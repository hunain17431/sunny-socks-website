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25" dt="2026-10-06T13:00:37.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ain Mukhtar Manzoor" userId="S::hunain.mukhtar.manzoor@student.nhlstenden.com::d523cbde-9766-4f0e-820c-bd75a02c2298" providerId="AD" clId="Web-{00000000-0000-0000-0000-000000000000}"/>
    <pc:docChg chg="modSld">
      <pc:chgData name="Hunain Mukhtar Manzoor" userId="S::hunain.mukhtar.manzoor@student.nhlstenden.com::d523cbde-9766-4f0e-820c-bd75a02c2298" providerId="AD" clId="Web-{00000000-0000-0000-0000-000000000000}" dt="2026-10-06T13:00:37.996" v="112" actId="14100"/>
      <pc:docMkLst>
        <pc:docMk/>
      </pc:docMkLst>
      <pc:sldChg chg="addSp delSp modSp">
        <pc:chgData name="Hunain Mukhtar Manzoor" userId="S::hunain.mukhtar.manzoor@student.nhlstenden.com::d523cbde-9766-4f0e-820c-bd75a02c2298" providerId="AD" clId="Web-{00000000-0000-0000-0000-000000000000}" dt="2026-10-06T13:00:37.996" v="112" actId="14100"/>
        <pc:sldMkLst>
          <pc:docMk/>
          <pc:sldMk cId="0" sldId="257"/>
        </pc:sldMkLst>
        <pc:spChg chg="mod">
          <ac:chgData name="Hunain Mukhtar Manzoor" userId="S::hunain.mukhtar.manzoor@student.nhlstenden.com::d523cbde-9766-4f0e-820c-bd75a02c2298" providerId="AD" clId="Web-{00000000-0000-0000-0000-000000000000}" dt="2026-10-06T12:51:18.618" v="27" actId="1076"/>
          <ac:spMkLst>
            <pc:docMk/>
            <pc:sldMk cId="0" sldId="257"/>
            <ac:spMk id="7" creationId="{00000000-0000-0000-0000-000000000000}"/>
          </ac:spMkLst>
        </pc:spChg>
        <pc:spChg chg="add del mod">
          <ac:chgData name="Hunain Mukhtar Manzoor" userId="S::hunain.mukhtar.manzoor@student.nhlstenden.com::d523cbde-9766-4f0e-820c-bd75a02c2298" providerId="AD" clId="Web-{00000000-0000-0000-0000-000000000000}" dt="2026-10-06T12:51:46.649" v="36" actId="20577"/>
          <ac:spMkLst>
            <pc:docMk/>
            <pc:sldMk cId="0" sldId="257"/>
            <ac:spMk id="9" creationId="{00000000-0000-0000-0000-000000000000}"/>
          </ac:spMkLst>
        </pc:spChg>
        <pc:spChg chg="mod">
          <ac:chgData name="Hunain Mukhtar Manzoor" userId="S::hunain.mukhtar.manzoor@student.nhlstenden.com::d523cbde-9766-4f0e-820c-bd75a02c2298" providerId="AD" clId="Web-{00000000-0000-0000-0000-000000000000}" dt="2026-10-06T13:00:36.527" v="110" actId="14100"/>
          <ac:spMkLst>
            <pc:docMk/>
            <pc:sldMk cId="0" sldId="257"/>
            <ac:spMk id="10" creationId="{00000000-0000-0000-0000-000000000000}"/>
          </ac:spMkLst>
        </pc:spChg>
        <pc:spChg chg="mod">
          <ac:chgData name="Hunain Mukhtar Manzoor" userId="S::hunain.mukhtar.manzoor@student.nhlstenden.com::d523cbde-9766-4f0e-820c-bd75a02c2298" providerId="AD" clId="Web-{00000000-0000-0000-0000-000000000000}" dt="2026-10-06T12:59:44.058" v="104" actId="14100"/>
          <ac:spMkLst>
            <pc:docMk/>
            <pc:sldMk cId="0" sldId="257"/>
            <ac:spMk id="13" creationId="{00000000-0000-0000-0000-000000000000}"/>
          </ac:spMkLst>
        </pc:spChg>
        <pc:spChg chg="mod">
          <ac:chgData name="Hunain Mukhtar Manzoor" userId="S::hunain.mukhtar.manzoor@student.nhlstenden.com::d523cbde-9766-4f0e-820c-bd75a02c2298" providerId="AD" clId="Web-{00000000-0000-0000-0000-000000000000}" dt="2026-10-06T13:00:37.996" v="112" actId="14100"/>
          <ac:spMkLst>
            <pc:docMk/>
            <pc:sldMk cId="0" sldId="257"/>
            <ac:spMk id="16" creationId="{00000000-0000-0000-0000-000000000000}"/>
          </ac:spMkLst>
        </pc:spChg>
        <pc:spChg chg="mod">
          <ac:chgData name="Hunain Mukhtar Manzoor" userId="S::hunain.mukhtar.manzoor@student.nhlstenden.com::d523cbde-9766-4f0e-820c-bd75a02c2298" providerId="AD" clId="Web-{00000000-0000-0000-0000-000000000000}" dt="2026-10-06T13:00:37.855" v="111" actId="14100"/>
          <ac:spMkLst>
            <pc:docMk/>
            <pc:sldMk cId="0" sldId="257"/>
            <ac:spMk id="19" creationId="{00000000-0000-0000-0000-000000000000}"/>
          </ac:spMkLst>
        </pc:spChg>
      </pc:sldChg>
      <pc:sldChg chg="modSp">
        <pc:chgData name="Hunain Mukhtar Manzoor" userId="S::hunain.mukhtar.manzoor@student.nhlstenden.com::d523cbde-9766-4f0e-820c-bd75a02c2298" providerId="AD" clId="Web-{00000000-0000-0000-0000-000000000000}" dt="2026-10-06T12:53:16.806" v="76" actId="20577"/>
        <pc:sldMkLst>
          <pc:docMk/>
          <pc:sldMk cId="0" sldId="261"/>
        </pc:sldMkLst>
        <pc:spChg chg="mod">
          <ac:chgData name="Hunain Mukhtar Manzoor" userId="S::hunain.mukhtar.manzoor@student.nhlstenden.com::d523cbde-9766-4f0e-820c-bd75a02c2298" providerId="AD" clId="Web-{00000000-0000-0000-0000-000000000000}" dt="2026-10-06T12:52:40.322" v="47" actId="20577"/>
          <ac:spMkLst>
            <pc:docMk/>
            <pc:sldMk cId="0" sldId="261"/>
            <ac:spMk id="11" creationId="{00000000-0000-0000-0000-000000000000}"/>
          </ac:spMkLst>
        </pc:spChg>
        <pc:spChg chg="mod">
          <ac:chgData name="Hunain Mukhtar Manzoor" userId="S::hunain.mukhtar.manzoor@student.nhlstenden.com::d523cbde-9766-4f0e-820c-bd75a02c2298" providerId="AD" clId="Web-{00000000-0000-0000-0000-000000000000}" dt="2026-10-06T12:52:51.650" v="58" actId="20577"/>
          <ac:spMkLst>
            <pc:docMk/>
            <pc:sldMk cId="0" sldId="261"/>
            <ac:spMk id="16" creationId="{00000000-0000-0000-0000-000000000000}"/>
          </ac:spMkLst>
        </pc:spChg>
        <pc:spChg chg="mod">
          <ac:chgData name="Hunain Mukhtar Manzoor" userId="S::hunain.mukhtar.manzoor@student.nhlstenden.com::d523cbde-9766-4f0e-820c-bd75a02c2298" providerId="AD" clId="Web-{00000000-0000-0000-0000-000000000000}" dt="2026-10-06T12:53:04.634" v="67" actId="20577"/>
          <ac:spMkLst>
            <pc:docMk/>
            <pc:sldMk cId="0" sldId="261"/>
            <ac:spMk id="21" creationId="{00000000-0000-0000-0000-000000000000}"/>
          </ac:spMkLst>
        </pc:spChg>
        <pc:spChg chg="mod">
          <ac:chgData name="Hunain Mukhtar Manzoor" userId="S::hunain.mukhtar.manzoor@student.nhlstenden.com::d523cbde-9766-4f0e-820c-bd75a02c2298" providerId="AD" clId="Web-{00000000-0000-0000-0000-000000000000}" dt="2026-10-06T12:53:16.806" v="76" actId="20577"/>
          <ac:spMkLst>
            <pc:docMk/>
            <pc:sldMk cId="0" sldId="261"/>
            <ac:spMk id="26" creationId="{00000000-0000-0000-0000-000000000000}"/>
          </ac:spMkLst>
        </pc:spChg>
      </pc:sldChg>
      <pc:sldChg chg="modSp">
        <pc:chgData name="Hunain Mukhtar Manzoor" userId="S::hunain.mukhtar.manzoor@student.nhlstenden.com::d523cbde-9766-4f0e-820c-bd75a02c2298" providerId="AD" clId="Web-{00000000-0000-0000-0000-000000000000}" dt="2026-10-06T12:55:02.385" v="84" actId="20577"/>
        <pc:sldMkLst>
          <pc:docMk/>
          <pc:sldMk cId="0" sldId="262"/>
        </pc:sldMkLst>
        <pc:spChg chg="mod">
          <ac:chgData name="Hunain Mukhtar Manzoor" userId="S::hunain.mukhtar.manzoor@student.nhlstenden.com::d523cbde-9766-4f0e-820c-bd75a02c2298" providerId="AD" clId="Web-{00000000-0000-0000-0000-000000000000}" dt="2026-10-06T12:53:41.603" v="78" actId="20577"/>
          <ac:spMkLst>
            <pc:docMk/>
            <pc:sldMk cId="0" sldId="262"/>
            <ac:spMk id="6" creationId="{00000000-0000-0000-0000-000000000000}"/>
          </ac:spMkLst>
        </pc:spChg>
        <pc:spChg chg="mod">
          <ac:chgData name="Hunain Mukhtar Manzoor" userId="S::hunain.mukhtar.manzoor@student.nhlstenden.com::d523cbde-9766-4f0e-820c-bd75a02c2298" providerId="AD" clId="Web-{00000000-0000-0000-0000-000000000000}" dt="2026-10-06T12:53:45.103" v="79" actId="20577"/>
          <ac:spMkLst>
            <pc:docMk/>
            <pc:sldMk cId="0" sldId="262"/>
            <ac:spMk id="8" creationId="{00000000-0000-0000-0000-000000000000}"/>
          </ac:spMkLst>
        </pc:spChg>
        <pc:spChg chg="mod">
          <ac:chgData name="Hunain Mukhtar Manzoor" userId="S::hunain.mukhtar.manzoor@student.nhlstenden.com::d523cbde-9766-4f0e-820c-bd75a02c2298" providerId="AD" clId="Web-{00000000-0000-0000-0000-000000000000}" dt="2026-10-06T12:53:47.462" v="82" actId="20577"/>
          <ac:spMkLst>
            <pc:docMk/>
            <pc:sldMk cId="0" sldId="262"/>
            <ac:spMk id="10" creationId="{00000000-0000-0000-0000-000000000000}"/>
          </ac:spMkLst>
        </pc:spChg>
        <pc:spChg chg="mod">
          <ac:chgData name="Hunain Mukhtar Manzoor" userId="S::hunain.mukhtar.manzoor@student.nhlstenden.com::d523cbde-9766-4f0e-820c-bd75a02c2298" providerId="AD" clId="Web-{00000000-0000-0000-0000-000000000000}" dt="2026-10-06T12:55:02.385" v="84" actId="20577"/>
          <ac:spMkLst>
            <pc:docMk/>
            <pc:sldMk cId="0" sldId="262"/>
            <ac:spMk id="12" creationId="{00000000-0000-0000-0000-000000000000}"/>
          </ac:spMkLst>
        </pc:spChg>
      </pc:sldChg>
      <pc:sldChg chg="modSp">
        <pc:chgData name="Hunain Mukhtar Manzoor" userId="S::hunain.mukhtar.manzoor@student.nhlstenden.com::d523cbde-9766-4f0e-820c-bd75a02c2298" providerId="AD" clId="Web-{00000000-0000-0000-0000-000000000000}" dt="2026-10-06T12:56:31.229" v="93" actId="20577"/>
        <pc:sldMkLst>
          <pc:docMk/>
          <pc:sldMk cId="0" sldId="266"/>
        </pc:sldMkLst>
        <pc:spChg chg="mod">
          <ac:chgData name="Hunain Mukhtar Manzoor" userId="S::hunain.mukhtar.manzoor@student.nhlstenden.com::d523cbde-9766-4f0e-820c-bd75a02c2298" providerId="AD" clId="Web-{00000000-0000-0000-0000-000000000000}" dt="2026-10-06T12:56:06.119" v="86" actId="14100"/>
          <ac:spMkLst>
            <pc:docMk/>
            <pc:sldMk cId="0" sldId="266"/>
            <ac:spMk id="5" creationId="{00000000-0000-0000-0000-000000000000}"/>
          </ac:spMkLst>
        </pc:spChg>
        <pc:spChg chg="mod">
          <ac:chgData name="Hunain Mukhtar Manzoor" userId="S::hunain.mukhtar.manzoor@student.nhlstenden.com::d523cbde-9766-4f0e-820c-bd75a02c2298" providerId="AD" clId="Web-{00000000-0000-0000-0000-000000000000}" dt="2026-10-06T12:56:31.229" v="93" actId="20577"/>
          <ac:spMkLst>
            <pc:docMk/>
            <pc:sldMk cId="0" sldId="266"/>
            <ac:spMk id="7" creationId="{00000000-0000-0000-0000-000000000000}"/>
          </ac:spMkLst>
        </pc:spChg>
        <pc:spChg chg="mod">
          <ac:chgData name="Hunain Mukhtar Manzoor" userId="S::hunain.mukhtar.manzoor@student.nhlstenden.com::d523cbde-9766-4f0e-820c-bd75a02c2298" providerId="AD" clId="Web-{00000000-0000-0000-0000-000000000000}" dt="2026-10-06T12:56:00.026" v="85" actId="14100"/>
          <ac:spMkLst>
            <pc:docMk/>
            <pc:sldMk cId="0" sldId="266"/>
            <ac:spMk id="8" creationId="{00000000-0000-0000-0000-000000000000}"/>
          </ac:spMkLst>
        </pc:spChg>
        <pc:spChg chg="mod">
          <ac:chgData name="Hunain Mukhtar Manzoor" userId="S::hunain.mukhtar.manzoor@student.nhlstenden.com::d523cbde-9766-4f0e-820c-bd75a02c2298" providerId="AD" clId="Web-{00000000-0000-0000-0000-000000000000}" dt="2026-10-06T12:56:24.916" v="90" actId="20577"/>
          <ac:spMkLst>
            <pc:docMk/>
            <pc:sldMk cId="0" sldId="266"/>
            <ac:spMk id="10" creationId="{00000000-0000-0000-0000-000000000000}"/>
          </ac:spMkLst>
        </pc:spChg>
      </pc:sldChg>
      <pc:sldChg chg="modSp">
        <pc:chgData name="Hunain Mukhtar Manzoor" userId="S::hunain.mukhtar.manzoor@student.nhlstenden.com::d523cbde-9766-4f0e-820c-bd75a02c2298" providerId="AD" clId="Web-{00000000-0000-0000-0000-000000000000}" dt="2026-10-06T12:56:56.870" v="95" actId="14100"/>
        <pc:sldMkLst>
          <pc:docMk/>
          <pc:sldMk cId="0" sldId="268"/>
        </pc:sldMkLst>
        <pc:spChg chg="mod">
          <ac:chgData name="Hunain Mukhtar Manzoor" userId="S::hunain.mukhtar.manzoor@student.nhlstenden.com::d523cbde-9766-4f0e-820c-bd75a02c2298" providerId="AD" clId="Web-{00000000-0000-0000-0000-000000000000}" dt="2026-10-06T12:56:56.870" v="95" actId="14100"/>
          <ac:spMkLst>
            <pc:docMk/>
            <pc:sldMk cId="0" sldId="268"/>
            <ac:spMk id="5" creationId="{00000000-0000-0000-0000-000000000000}"/>
          </ac:spMkLst>
        </pc:spChg>
      </pc:sldChg>
      <pc:sldChg chg="modSp">
        <pc:chgData name="Hunain Mukhtar Manzoor" userId="S::hunain.mukhtar.manzoor@student.nhlstenden.com::d523cbde-9766-4f0e-820c-bd75a02c2298" providerId="AD" clId="Web-{00000000-0000-0000-0000-000000000000}" dt="2026-10-06T12:57:22.073" v="97" actId="14100"/>
        <pc:sldMkLst>
          <pc:docMk/>
          <pc:sldMk cId="0" sldId="269"/>
        </pc:sldMkLst>
        <pc:spChg chg="mod">
          <ac:chgData name="Hunain Mukhtar Manzoor" userId="S::hunain.mukhtar.manzoor@student.nhlstenden.com::d523cbde-9766-4f0e-820c-bd75a02c2298" providerId="AD" clId="Web-{00000000-0000-0000-0000-000000000000}" dt="2026-10-06T12:57:22.073" v="97" actId="14100"/>
          <ac:spMkLst>
            <pc:docMk/>
            <pc:sldMk cId="0" sldId="269"/>
            <ac:spMk id="16" creationId="{00000000-0000-0000-0000-000000000000}"/>
          </ac:spMkLst>
        </pc:spChg>
      </pc:sldChg>
      <pc:sldChg chg="modSp">
        <pc:chgData name="Hunain Mukhtar Manzoor" userId="S::hunain.mukhtar.manzoor@student.nhlstenden.com::d523cbde-9766-4f0e-820c-bd75a02c2298" providerId="AD" clId="Web-{00000000-0000-0000-0000-000000000000}" dt="2026-10-06T12:58:09.729" v="98" actId="20577"/>
        <pc:sldMkLst>
          <pc:docMk/>
          <pc:sldMk cId="0" sldId="271"/>
        </pc:sldMkLst>
        <pc:spChg chg="mod">
          <ac:chgData name="Hunain Mukhtar Manzoor" userId="S::hunain.mukhtar.manzoor@student.nhlstenden.com::d523cbde-9766-4f0e-820c-bd75a02c2298" providerId="AD" clId="Web-{00000000-0000-0000-0000-000000000000}" dt="2026-10-06T12:58:09.729" v="98" actId="20577"/>
          <ac:spMkLst>
            <pc:docMk/>
            <pc:sldMk cId="0" sldId="271"/>
            <ac:spMk id="40" creationId="{00000000-0000-0000-0000-000000000000}"/>
          </ac:spMkLst>
        </pc:spChg>
      </pc:sldChg>
      <pc:sldChg chg="modSp">
        <pc:chgData name="Hunain Mukhtar Manzoor" userId="S::hunain.mukhtar.manzoor@student.nhlstenden.com::d523cbde-9766-4f0e-820c-bd75a02c2298" providerId="AD" clId="Web-{00000000-0000-0000-0000-000000000000}" dt="2026-10-06T12:58:57.245" v="102"/>
        <pc:sldMkLst>
          <pc:docMk/>
          <pc:sldMk cId="0" sldId="273"/>
        </pc:sldMkLst>
        <pc:spChg chg="mod">
          <ac:chgData name="Hunain Mukhtar Manzoor" userId="S::hunain.mukhtar.manzoor@student.nhlstenden.com::d523cbde-9766-4f0e-820c-bd75a02c2298" providerId="AD" clId="Web-{00000000-0000-0000-0000-000000000000}" dt="2026-10-06T12:58:57.245" v="102"/>
          <ac:spMkLst>
            <pc:docMk/>
            <pc:sldMk cId="0" sldId="273"/>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D74829B-5C0E-4C5F-B1CC-908E7A9D1DB7}" type="datetimeFigureOut">
              <a:t>10/6/2026</a:t>
            </a:fld>
            <a:endParaRPr lang="es-ES"/>
          </a:p>
        </p:txBody>
      </p:sp>
      <p:sp>
        <p:nvSpPr>
          <p:cNvPr id="4" name="Marcador de imagen d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29C70B4-E10F-4DA3-AD63-C84C4BA528FA}" type="slidenum">
              <a:t>‹#›</a:t>
            </a:fld>
            <a:endParaRPr lang="es-ES"/>
          </a:p>
        </p:txBody>
      </p:sp>
    </p:spTree>
    <p:extLst>
      <p:ext uri="{BB962C8B-B14F-4D97-AF65-F5344CB8AC3E}">
        <p14:creationId xmlns:p14="http://schemas.microsoft.com/office/powerpoint/2010/main" val="2558273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set up exactly how we will all code together for the next weeks. By the end everyone knows the workflow, the commands, and has their own working space.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is where all our code lives. Like Google Docs for code: everyone works on a copy and it all syncs back to one place. One central project, four of us working into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don't confuse them. VS Code is where you write code. GitHub is where you store and share it. You write in VS Code, then push it to GitHub.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structure first. Right now we only do HTML and CSS, the layout and look of every page. Functionality and PHP come after. Build the skeleton consistently first, then add features.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heartbeat. Five steps, one loop. Get the latest, work on your own branch, save and upload, open a pull request, and I merge it in. We will see the commands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is the clean website, nobody touches it directly. Everyone gets their own branch for their part of the site. This split is a draft, we will confirm who takes what together.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system: one branch per person, named after you. Do all your work there and commit regularly with clear notes like home page done. The branch name tells us who is working.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copies the project to your laptop, once. Checkout -b creates your branch the first time. Checkout switches to it after. Pull origin main brings in the latest work from the team.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routine. Add stages your changes. Commit saves a checkpoint with a message. Push uploads your branch to GitHub. Do this often so your work is safe and visible.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one beginner confusion. You never work on main. You stay on your branch, and you run pull origin main FROM your branch to pull the latest team work into it. Pull often to avoid conflicts.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commit is a checkpoint, the message describes it. Keep them short and in the present tense. Good messages build a clear history and show your individual contribution, which matters because we're graded individually.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finish: push your branch, then open a pull request on GitHub. It comes to me. I review what changed and merge it into main. You never merge your own into main, I'm the gate that keeps main always working. After I merge, everyone pulls.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Conflicts only happen when two people edit the same lines. Git marks both versions with these arrows. You pick the right code, delete the markers, save, and commit. They show up when you pull or on the PR. Pull often to avoid them, and ask me if stuck.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share one style.css, so rules matter. One shared file. Unique class names per section. Never delete someone else's code. And everyone uses the root variables for colours and font, so the whole site stays one brand and one change updates everything.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nothing else, remember these five. Pull before you start. Never work on main. Commit small and often. Open PRs, don't self-merge. And if you hit a conflict, pull, fix, and tell 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picture on one slide. Once at the start you clone and make your branch. Then every work session you repeat the loop: pull the latest, work, add and commit, push, open a pull request, I review and merge, and everyone pulls again. main stays clean, only I merge into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Here I open the coding conventions document and walk through it: how we write and name things so the code is consistent, plus the things to avoid.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Then I open the style guide, the colours, fonts, spacing and components, so everyone builds to the same visual system and the site stays on brand.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Now we all set up: clone the repo, make your branch, and you're ready to code your part from Friday. Conventions and style guide are in the repo.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07A"/>
        </a:solidFill>
        <a:effectLst/>
      </p:bgPr>
    </p:bg>
    <p:spTree>
      <p:nvGrpSpPr>
        <p:cNvPr id="1" name=""/>
        <p:cNvGrpSpPr/>
        <p:nvPr/>
      </p:nvGrpSpPr>
      <p:grpSpPr>
        <a:xfrm>
          <a:off x="0" y="0"/>
          <a:ext cx="0" cy="0"/>
          <a:chOff x="0" y="0"/>
          <a:chExt cx="0" cy="0"/>
        </a:xfrm>
      </p:grpSpPr>
      <p:sp>
        <p:nvSpPr>
          <p:cNvPr id="2" name="Shape 0"/>
          <p:cNvSpPr/>
          <p:nvPr/>
        </p:nvSpPr>
        <p:spPr>
          <a:xfrm>
            <a:off x="9875520" y="-1097280"/>
            <a:ext cx="3291840" cy="3291840"/>
          </a:xfrm>
          <a:prstGeom prst="ellipse">
            <a:avLst/>
          </a:prstGeom>
          <a:solidFill>
            <a:srgbClr val="E990B9"/>
          </a:solidFill>
          <a:ln/>
        </p:spPr>
      </p:sp>
      <p:sp>
        <p:nvSpPr>
          <p:cNvPr id="3" name="Shape 1"/>
          <p:cNvSpPr/>
          <p:nvPr/>
        </p:nvSpPr>
        <p:spPr>
          <a:xfrm>
            <a:off x="10881360" y="4480560"/>
            <a:ext cx="2194560" cy="2194560"/>
          </a:xfrm>
          <a:prstGeom prst="ellipse">
            <a:avLst/>
          </a:prstGeom>
          <a:solidFill>
            <a:srgbClr val="FECD3E"/>
          </a:solidFill>
          <a:ln/>
        </p:spPr>
      </p:sp>
      <p:sp>
        <p:nvSpPr>
          <p:cNvPr id="4" name="Shape 2"/>
          <p:cNvSpPr/>
          <p:nvPr/>
        </p:nvSpPr>
        <p:spPr>
          <a:xfrm>
            <a:off x="-731520" y="4937760"/>
            <a:ext cx="2377440" cy="2377440"/>
          </a:xfrm>
          <a:prstGeom prst="ellipse">
            <a:avLst/>
          </a:prstGeom>
          <a:solidFill>
            <a:srgbClr val="51B2A2"/>
          </a:solidFill>
          <a:ln/>
        </p:spPr>
      </p:sp>
      <p:sp>
        <p:nvSpPr>
          <p:cNvPr id="5" name="Text 3"/>
          <p:cNvSpPr txBox="1"/>
          <p:nvPr/>
        </p:nvSpPr>
        <p:spPr>
          <a:xfrm>
            <a:off x="640080" y="548640"/>
            <a:ext cx="2743200" cy="548640"/>
          </a:xfrm>
          <a:prstGeom prst="rect">
            <a:avLst/>
          </a:prstGeom>
          <a:noFill/>
          <a:ln/>
        </p:spPr>
        <p:txBody>
          <a:bodyPr wrap="square" lIns="0" tIns="0" rIns="0" bIns="0" rtlCol="0" anchor="ctr"/>
          <a:lstStyle/>
          <a:p>
            <a:pPr marL="0" indent="0">
              <a:buNone/>
            </a:pPr>
            <a:r>
              <a:rPr lang="en-US" sz="2400" b="1" dirty="0">
                <a:solidFill>
                  <a:srgbClr val="FFFFFF"/>
                </a:solidFill>
                <a:latin typeface="Poppins" pitchFamily="34" charset="0"/>
                <a:ea typeface="Poppins" pitchFamily="34" charset="-122"/>
                <a:cs typeface="Poppins" pitchFamily="34" charset="-120"/>
              </a:rPr>
              <a:t>Sunny.</a:t>
            </a:r>
            <a:endParaRPr lang="en-US" sz="2400" dirty="0"/>
          </a:p>
        </p:txBody>
      </p:sp>
      <p:sp>
        <p:nvSpPr>
          <p:cNvPr id="6" name="Text 4"/>
          <p:cNvSpPr txBox="1"/>
          <p:nvPr/>
        </p:nvSpPr>
        <p:spPr>
          <a:xfrm>
            <a:off x="640080" y="237744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Poppins" pitchFamily="34" charset="0"/>
                <a:ea typeface="Poppins" pitchFamily="34" charset="-122"/>
                <a:cs typeface="Poppins" pitchFamily="34" charset="-120"/>
              </a:rPr>
              <a:t>GitHub &amp; coding workflow</a:t>
            </a:r>
            <a:endParaRPr lang="en-US" sz="4600" dirty="0"/>
          </a:p>
        </p:txBody>
      </p:sp>
      <p:sp>
        <p:nvSpPr>
          <p:cNvPr id="7" name="Text 5"/>
          <p:cNvSpPr txBox="1"/>
          <p:nvPr/>
        </p:nvSpPr>
        <p:spPr>
          <a:xfrm>
            <a:off x="640080" y="3840480"/>
            <a:ext cx="10058400" cy="548640"/>
          </a:xfrm>
          <a:prstGeom prst="rect">
            <a:avLst/>
          </a:prstGeom>
          <a:noFill/>
          <a:ln/>
        </p:spPr>
        <p:txBody>
          <a:bodyPr wrap="square" lIns="0" tIns="0" rIns="0" bIns="0" rtlCol="0" anchor="ctr"/>
          <a:lstStyle/>
          <a:p>
            <a:pPr marL="0" indent="0">
              <a:buNone/>
            </a:pPr>
            <a:r>
              <a:rPr lang="en-US" sz="2000" dirty="0">
                <a:solidFill>
                  <a:srgbClr val="CDD8EA"/>
                </a:solidFill>
                <a:latin typeface="Poppins" pitchFamily="34" charset="0"/>
                <a:ea typeface="Poppins" pitchFamily="34" charset="-122"/>
                <a:cs typeface="Poppins" pitchFamily="34" charset="-120"/>
              </a:rPr>
              <a:t>How we build the Sunny Socks website together</a:t>
            </a:r>
            <a:endParaRPr lang="en-US" sz="2000" dirty="0"/>
          </a:p>
        </p:txBody>
      </p:sp>
      <p:sp>
        <p:nvSpPr>
          <p:cNvPr id="8" name="Shape 6"/>
          <p:cNvSpPr/>
          <p:nvPr/>
        </p:nvSpPr>
        <p:spPr>
          <a:xfrm>
            <a:off x="658368" y="4754880"/>
            <a:ext cx="182880" cy="182880"/>
          </a:xfrm>
          <a:prstGeom prst="ellipse">
            <a:avLst/>
          </a:prstGeom>
          <a:solidFill>
            <a:srgbClr val="1E407A"/>
          </a:solidFill>
          <a:ln/>
        </p:spPr>
      </p:sp>
      <p:sp>
        <p:nvSpPr>
          <p:cNvPr id="9" name="Shape 7"/>
          <p:cNvSpPr/>
          <p:nvPr/>
        </p:nvSpPr>
        <p:spPr>
          <a:xfrm>
            <a:off x="950976" y="4754880"/>
            <a:ext cx="182880" cy="182880"/>
          </a:xfrm>
          <a:prstGeom prst="ellipse">
            <a:avLst/>
          </a:prstGeom>
          <a:solidFill>
            <a:srgbClr val="E990B9"/>
          </a:solidFill>
          <a:ln/>
        </p:spPr>
      </p:sp>
      <p:sp>
        <p:nvSpPr>
          <p:cNvPr id="10" name="Shape 8"/>
          <p:cNvSpPr/>
          <p:nvPr/>
        </p:nvSpPr>
        <p:spPr>
          <a:xfrm>
            <a:off x="1243584" y="4754880"/>
            <a:ext cx="182880" cy="182880"/>
          </a:xfrm>
          <a:prstGeom prst="ellipse">
            <a:avLst/>
          </a:prstGeom>
          <a:solidFill>
            <a:srgbClr val="FECD3E"/>
          </a:solidFill>
          <a:ln/>
        </p:spPr>
      </p:sp>
      <p:sp>
        <p:nvSpPr>
          <p:cNvPr id="11" name="Shape 9"/>
          <p:cNvSpPr/>
          <p:nvPr/>
        </p:nvSpPr>
        <p:spPr>
          <a:xfrm>
            <a:off x="1536192" y="4754880"/>
            <a:ext cx="182880" cy="182880"/>
          </a:xfrm>
          <a:prstGeom prst="ellipse">
            <a:avLst/>
          </a:prstGeom>
          <a:solidFill>
            <a:srgbClr val="51B2A2"/>
          </a:solidFill>
          <a:ln/>
        </p:spPr>
      </p:sp>
      <p:sp>
        <p:nvSpPr>
          <p:cNvPr id="12" name="Shape 10"/>
          <p:cNvSpPr/>
          <p:nvPr/>
        </p:nvSpPr>
        <p:spPr>
          <a:xfrm>
            <a:off x="1828800" y="4754880"/>
            <a:ext cx="182880" cy="182880"/>
          </a:xfrm>
          <a:prstGeom prst="ellipse">
            <a:avLst/>
          </a:prstGeom>
          <a:solidFill>
            <a:srgbClr val="F15B39"/>
          </a:solidFill>
          <a:ln/>
        </p:spPr>
      </p:sp>
      <p:sp>
        <p:nvSpPr>
          <p:cNvPr id="13" name="Text 11"/>
          <p:cNvSpPr txBox="1"/>
          <p:nvPr/>
        </p:nvSpPr>
        <p:spPr>
          <a:xfrm>
            <a:off x="640080" y="5852160"/>
            <a:ext cx="8229600" cy="365760"/>
          </a:xfrm>
          <a:prstGeom prst="rect">
            <a:avLst/>
          </a:prstGeom>
          <a:noFill/>
          <a:ln/>
        </p:spPr>
        <p:txBody>
          <a:bodyPr wrap="square" lIns="0" tIns="0" rIns="0" bIns="0" rtlCol="0" anchor="ctr"/>
          <a:lstStyle/>
          <a:p>
            <a:pPr marL="0" indent="0">
              <a:buNone/>
            </a:pPr>
            <a:r>
              <a:rPr lang="en-US" sz="1400" dirty="0">
                <a:solidFill>
                  <a:srgbClr val="CDD8EA"/>
                </a:solidFill>
                <a:latin typeface="Poppins" pitchFamily="34" charset="0"/>
                <a:ea typeface="Poppins" pitchFamily="34" charset="-122"/>
                <a:cs typeface="Poppins" pitchFamily="34" charset="-120"/>
              </a:rPr>
              <a:t>Group 1B · Presented by Hunain Mukhtar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THE BASICS</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What is GitHub?</a:t>
            </a:r>
            <a:endParaRPr lang="en-US" sz="3300" dirty="0"/>
          </a:p>
        </p:txBody>
      </p:sp>
      <p:sp>
        <p:nvSpPr>
          <p:cNvPr id="4" name="Text 2"/>
          <p:cNvSpPr txBox="1"/>
          <p:nvPr/>
        </p:nvSpPr>
        <p:spPr>
          <a:xfrm>
            <a:off x="640080" y="1783080"/>
            <a:ext cx="5669280" cy="1280160"/>
          </a:xfrm>
          <a:prstGeom prst="rect">
            <a:avLst/>
          </a:prstGeom>
          <a:noFill/>
          <a:ln/>
        </p:spPr>
        <p:txBody>
          <a:bodyPr wrap="square" lIns="0" tIns="0" rIns="0" bIns="0" rtlCol="0" anchor="ctr"/>
          <a:lstStyle/>
          <a:p>
            <a:pPr marL="0" indent="0">
              <a:lnSpc>
                <a:spcPct val="115000"/>
              </a:lnSpc>
              <a:buNone/>
            </a:pPr>
            <a:r>
              <a:rPr lang="en-US" sz="1600" dirty="0">
                <a:solidFill>
                  <a:srgbClr val="1C1C1C"/>
                </a:solidFill>
                <a:latin typeface="Poppins" pitchFamily="34" charset="0"/>
                <a:ea typeface="Poppins" pitchFamily="34" charset="-122"/>
                <a:cs typeface="Poppins" pitchFamily="34" charset="-120"/>
              </a:rPr>
              <a:t>One central place online where our whole team's code lives together. It keeps every version and lets us all work at the same time without overwriting each other.</a:t>
            </a:r>
            <a:endParaRPr lang="en-US" sz="1600" dirty="0"/>
          </a:p>
        </p:txBody>
      </p:sp>
      <p:sp>
        <p:nvSpPr>
          <p:cNvPr id="5" name="Text 3"/>
          <p:cNvSpPr txBox="1"/>
          <p:nvPr/>
        </p:nvSpPr>
        <p:spPr>
          <a:xfrm>
            <a:off x="640080" y="3200400"/>
            <a:ext cx="5486400" cy="1005840"/>
          </a:xfrm>
          <a:prstGeom prst="rect">
            <a:avLst/>
          </a:prstGeom>
          <a:noFill/>
          <a:ln/>
        </p:spPr>
        <p:txBody>
          <a:bodyPr wrap="square" lIns="0" tIns="0" rIns="0" bIns="0" rtlCol="0" anchor="ctr"/>
          <a:lstStyle/>
          <a:p>
            <a:pPr marL="0" indent="0">
              <a:lnSpc>
                <a:spcPct val="115000"/>
              </a:lnSpc>
              <a:buNone/>
            </a:pPr>
            <a:r>
              <a:rPr lang="en-US" sz="1400" i="1" dirty="0">
                <a:solidFill>
                  <a:srgbClr val="6B6B6B"/>
                </a:solidFill>
                <a:latin typeface="Poppins" pitchFamily="34" charset="0"/>
                <a:ea typeface="Poppins" pitchFamily="34" charset="-122"/>
                <a:cs typeface="Poppins" pitchFamily="34" charset="-120"/>
              </a:rPr>
              <a:t>Think of it like Google Docs, but for code: everyone has a copy, and all changes come back to one shared place.</a:t>
            </a:r>
            <a:endParaRPr lang="en-US" sz="1400" dirty="0"/>
          </a:p>
        </p:txBody>
      </p:sp>
      <p:sp>
        <p:nvSpPr>
          <p:cNvPr id="6" name="Shape 4"/>
          <p:cNvSpPr/>
          <p:nvPr/>
        </p:nvSpPr>
        <p:spPr>
          <a:xfrm>
            <a:off x="7589520" y="1737360"/>
            <a:ext cx="3383280" cy="914400"/>
          </a:xfrm>
          <a:prstGeom prst="roundRect">
            <a:avLst>
              <a:gd name="adj" fmla="val 12000"/>
            </a:avLst>
          </a:prstGeom>
          <a:solidFill>
            <a:srgbClr val="1E407A"/>
          </a:solidFill>
          <a:ln w="12700">
            <a:solidFill>
              <a:srgbClr val="1E407A"/>
            </a:solidFill>
            <a:prstDash val="solid"/>
          </a:ln>
          <a:effectLst>
            <a:outerShdw blurRad="127000" dist="38100" dir="5400000" algn="bl" rotWithShape="0">
              <a:srgbClr val="1E407A">
                <a:alpha val="10000"/>
              </a:srgbClr>
            </a:outerShdw>
          </a:effectLst>
        </p:spPr>
      </p:sp>
      <p:sp>
        <p:nvSpPr>
          <p:cNvPr id="7" name="Text 5"/>
          <p:cNvSpPr txBox="1"/>
          <p:nvPr/>
        </p:nvSpPr>
        <p:spPr>
          <a:xfrm>
            <a:off x="7589520" y="1737360"/>
            <a:ext cx="338328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GitHub</a:t>
            </a:r>
            <a:endParaRPr lang="en-US" sz="1500" dirty="0"/>
          </a:p>
          <a:p>
            <a:pPr marL="0" indent="0" algn="ctr">
              <a:buNone/>
            </a:pPr>
            <a:r>
              <a:rPr lang="en-US" sz="1500" b="1" dirty="0">
                <a:solidFill>
                  <a:srgbClr val="FFFFFF"/>
                </a:solidFill>
                <a:latin typeface="Poppins" pitchFamily="34" charset="0"/>
                <a:ea typeface="Poppins" pitchFamily="34" charset="-122"/>
                <a:cs typeface="Poppins" pitchFamily="34" charset="-120"/>
              </a:rPr>
              <a:t>(main project)</a:t>
            </a:r>
            <a:endParaRPr lang="en-US" sz="1500" dirty="0"/>
          </a:p>
        </p:txBody>
      </p:sp>
      <p:sp>
        <p:nvSpPr>
          <p:cNvPr id="8" name="Shape 6"/>
          <p:cNvSpPr/>
          <p:nvPr/>
        </p:nvSpPr>
        <p:spPr>
          <a:xfrm>
            <a:off x="7040880" y="4206240"/>
            <a:ext cx="914400" cy="822960"/>
          </a:xfrm>
          <a:prstGeom prst="roundRect">
            <a:avLst>
              <a:gd name="adj" fmla="val 13333"/>
            </a:avLst>
          </a:prstGeom>
          <a:solidFill>
            <a:srgbClr val="EEF2F8"/>
          </a:solidFill>
          <a:ln w="12700">
            <a:solidFill>
              <a:srgbClr val="E6E6E6"/>
            </a:solidFill>
            <a:prstDash val="solid"/>
          </a:ln>
          <a:effectLst>
            <a:outerShdw blurRad="127000" dist="38100" dir="5400000" algn="bl" rotWithShape="0">
              <a:srgbClr val="1E407A">
                <a:alpha val="10000"/>
              </a:srgbClr>
            </a:outerShdw>
          </a:effectLst>
        </p:spPr>
      </p:sp>
      <p:sp>
        <p:nvSpPr>
          <p:cNvPr id="9" name="Text 7"/>
          <p:cNvSpPr txBox="1"/>
          <p:nvPr/>
        </p:nvSpPr>
        <p:spPr>
          <a:xfrm>
            <a:off x="7040880" y="4206240"/>
            <a:ext cx="914400" cy="822960"/>
          </a:xfrm>
          <a:prstGeom prst="rect">
            <a:avLst/>
          </a:prstGeom>
          <a:noFill/>
          <a:ln/>
        </p:spPr>
        <p:txBody>
          <a:bodyPr wrap="square" lIns="0" tIns="0" rIns="0" bIns="0" rtlCol="0" anchor="ctr"/>
          <a:lstStyle/>
          <a:p>
            <a:pPr marL="0" indent="0" algn="ctr">
              <a:buNone/>
            </a:pPr>
            <a:r>
              <a:rPr lang="en-US" sz="1100" b="1" dirty="0">
                <a:solidFill>
                  <a:srgbClr val="1E407A"/>
                </a:solidFill>
                <a:latin typeface="Poppins"/>
                <a:cs typeface="Poppins"/>
              </a:rPr>
              <a:t>Hunain</a:t>
            </a:r>
            <a:endParaRPr lang="en-US" sz="1100" dirty="0">
              <a:solidFill>
                <a:srgbClr val="000000"/>
              </a:solidFill>
              <a:latin typeface="Calibri"/>
              <a:ea typeface="Calibri"/>
              <a:cs typeface="Calibri"/>
            </a:endParaRPr>
          </a:p>
        </p:txBody>
      </p:sp>
      <p:sp>
        <p:nvSpPr>
          <p:cNvPr id="10" name="Shape 8"/>
          <p:cNvSpPr/>
          <p:nvPr/>
        </p:nvSpPr>
        <p:spPr>
          <a:xfrm flipH="1">
            <a:off x="7523480" y="2672080"/>
            <a:ext cx="360680" cy="1524000"/>
          </a:xfrm>
          <a:prstGeom prst="line">
            <a:avLst/>
          </a:prstGeom>
          <a:noFill/>
          <a:ln w="19050">
            <a:solidFill>
              <a:srgbClr val="E990B9"/>
            </a:solidFill>
            <a:prstDash val="solid"/>
            <a:tailEnd type="triangle"/>
          </a:ln>
        </p:spPr>
      </p:sp>
      <p:sp>
        <p:nvSpPr>
          <p:cNvPr id="11" name="Shape 9"/>
          <p:cNvSpPr/>
          <p:nvPr/>
        </p:nvSpPr>
        <p:spPr>
          <a:xfrm>
            <a:off x="8092440" y="4206240"/>
            <a:ext cx="914400" cy="822960"/>
          </a:xfrm>
          <a:prstGeom prst="roundRect">
            <a:avLst>
              <a:gd name="adj" fmla="val 13333"/>
            </a:avLst>
          </a:prstGeom>
          <a:solidFill>
            <a:srgbClr val="EEF2F8"/>
          </a:solidFill>
          <a:ln w="12700">
            <a:solidFill>
              <a:srgbClr val="E6E6E6"/>
            </a:solidFill>
            <a:prstDash val="solid"/>
          </a:ln>
          <a:effectLst>
            <a:outerShdw blurRad="127000" dist="38100" dir="5400000" algn="bl" rotWithShape="0">
              <a:srgbClr val="1E407A">
                <a:alpha val="10000"/>
              </a:srgbClr>
            </a:outerShdw>
          </a:effectLst>
        </p:spPr>
      </p:sp>
      <p:sp>
        <p:nvSpPr>
          <p:cNvPr id="12" name="Text 10"/>
          <p:cNvSpPr txBox="1"/>
          <p:nvPr/>
        </p:nvSpPr>
        <p:spPr>
          <a:xfrm>
            <a:off x="8092440" y="4206240"/>
            <a:ext cx="914400" cy="822960"/>
          </a:xfrm>
          <a:prstGeom prst="rect">
            <a:avLst/>
          </a:prstGeom>
          <a:noFill/>
          <a:ln/>
        </p:spPr>
        <p:txBody>
          <a:bodyPr wrap="square" lIns="0" tIns="0" rIns="0" bIns="0" rtlCol="0" anchor="ctr"/>
          <a:lstStyle/>
          <a:p>
            <a:pPr marL="0" indent="0" algn="ctr">
              <a:buNone/>
            </a:pPr>
            <a:r>
              <a:rPr lang="en-US" sz="1100" b="1" dirty="0">
                <a:solidFill>
                  <a:srgbClr val="1E407A"/>
                </a:solidFill>
                <a:latin typeface="Poppins" pitchFamily="34" charset="0"/>
                <a:ea typeface="Poppins" pitchFamily="34" charset="-122"/>
                <a:cs typeface="Poppins" pitchFamily="34" charset="-120"/>
              </a:rPr>
              <a:t>Rachel</a:t>
            </a:r>
            <a:endParaRPr lang="en-US" sz="1100" dirty="0"/>
          </a:p>
        </p:txBody>
      </p:sp>
      <p:sp>
        <p:nvSpPr>
          <p:cNvPr id="13" name="Shape 11"/>
          <p:cNvSpPr/>
          <p:nvPr/>
        </p:nvSpPr>
        <p:spPr>
          <a:xfrm flipH="1">
            <a:off x="8407400" y="2661920"/>
            <a:ext cx="182880" cy="1534160"/>
          </a:xfrm>
          <a:prstGeom prst="line">
            <a:avLst/>
          </a:prstGeom>
          <a:noFill/>
          <a:ln w="19050">
            <a:solidFill>
              <a:srgbClr val="E990B9"/>
            </a:solidFill>
            <a:prstDash val="solid"/>
            <a:tailEnd type="triangle"/>
          </a:ln>
        </p:spPr>
      </p:sp>
      <p:sp>
        <p:nvSpPr>
          <p:cNvPr id="14" name="Shape 12"/>
          <p:cNvSpPr/>
          <p:nvPr/>
        </p:nvSpPr>
        <p:spPr>
          <a:xfrm>
            <a:off x="9144000" y="4206240"/>
            <a:ext cx="914400" cy="822960"/>
          </a:xfrm>
          <a:prstGeom prst="roundRect">
            <a:avLst>
              <a:gd name="adj" fmla="val 13333"/>
            </a:avLst>
          </a:prstGeom>
          <a:solidFill>
            <a:srgbClr val="EEF2F8"/>
          </a:solidFill>
          <a:ln w="12700">
            <a:solidFill>
              <a:srgbClr val="E6E6E6"/>
            </a:solidFill>
            <a:prstDash val="solid"/>
          </a:ln>
          <a:effectLst>
            <a:outerShdw blurRad="127000" dist="38100" dir="5400000" algn="bl" rotWithShape="0">
              <a:srgbClr val="1E407A">
                <a:alpha val="10000"/>
              </a:srgbClr>
            </a:outerShdw>
          </a:effectLst>
        </p:spPr>
      </p:sp>
      <p:sp>
        <p:nvSpPr>
          <p:cNvPr id="15" name="Text 13"/>
          <p:cNvSpPr txBox="1"/>
          <p:nvPr/>
        </p:nvSpPr>
        <p:spPr>
          <a:xfrm>
            <a:off x="9144000" y="4206240"/>
            <a:ext cx="914400" cy="822960"/>
          </a:xfrm>
          <a:prstGeom prst="rect">
            <a:avLst/>
          </a:prstGeom>
          <a:noFill/>
          <a:ln/>
        </p:spPr>
        <p:txBody>
          <a:bodyPr wrap="square" lIns="0" tIns="0" rIns="0" bIns="0" rtlCol="0" anchor="ctr"/>
          <a:lstStyle/>
          <a:p>
            <a:pPr marL="0" indent="0" algn="ctr">
              <a:buNone/>
            </a:pPr>
            <a:r>
              <a:rPr lang="en-US" sz="1100" b="1" dirty="0">
                <a:solidFill>
                  <a:srgbClr val="1E407A"/>
                </a:solidFill>
                <a:latin typeface="Poppins" pitchFamily="34" charset="0"/>
                <a:ea typeface="Poppins" pitchFamily="34" charset="-122"/>
                <a:cs typeface="Poppins" pitchFamily="34" charset="-120"/>
              </a:rPr>
              <a:t>Noah</a:t>
            </a:r>
            <a:endParaRPr lang="en-US" sz="1100" dirty="0"/>
          </a:p>
        </p:txBody>
      </p:sp>
      <p:sp>
        <p:nvSpPr>
          <p:cNvPr id="16" name="Shape 14"/>
          <p:cNvSpPr/>
          <p:nvPr/>
        </p:nvSpPr>
        <p:spPr>
          <a:xfrm>
            <a:off x="9641840" y="2661920"/>
            <a:ext cx="193040" cy="1554480"/>
          </a:xfrm>
          <a:prstGeom prst="line">
            <a:avLst/>
          </a:prstGeom>
          <a:noFill/>
          <a:ln w="19050">
            <a:solidFill>
              <a:srgbClr val="E990B9"/>
            </a:solidFill>
            <a:prstDash val="solid"/>
            <a:tailEnd type="triangle"/>
          </a:ln>
        </p:spPr>
      </p:sp>
      <p:sp>
        <p:nvSpPr>
          <p:cNvPr id="17" name="Shape 15"/>
          <p:cNvSpPr/>
          <p:nvPr/>
        </p:nvSpPr>
        <p:spPr>
          <a:xfrm>
            <a:off x="10195560" y="4206240"/>
            <a:ext cx="914400" cy="822960"/>
          </a:xfrm>
          <a:prstGeom prst="roundRect">
            <a:avLst>
              <a:gd name="adj" fmla="val 13333"/>
            </a:avLst>
          </a:prstGeom>
          <a:solidFill>
            <a:srgbClr val="EEF2F8"/>
          </a:solidFill>
          <a:ln w="12700">
            <a:solidFill>
              <a:srgbClr val="E6E6E6"/>
            </a:solidFill>
            <a:prstDash val="solid"/>
          </a:ln>
          <a:effectLst>
            <a:outerShdw blurRad="127000" dist="38100" dir="5400000" algn="bl" rotWithShape="0">
              <a:srgbClr val="1E407A">
                <a:alpha val="10000"/>
              </a:srgbClr>
            </a:outerShdw>
          </a:effectLst>
        </p:spPr>
      </p:sp>
      <p:sp>
        <p:nvSpPr>
          <p:cNvPr id="18" name="Text 16"/>
          <p:cNvSpPr txBox="1"/>
          <p:nvPr/>
        </p:nvSpPr>
        <p:spPr>
          <a:xfrm>
            <a:off x="10195560" y="4206240"/>
            <a:ext cx="914400" cy="822960"/>
          </a:xfrm>
          <a:prstGeom prst="rect">
            <a:avLst/>
          </a:prstGeom>
          <a:noFill/>
          <a:ln/>
        </p:spPr>
        <p:txBody>
          <a:bodyPr wrap="square" lIns="0" tIns="0" rIns="0" bIns="0" rtlCol="0" anchor="ctr"/>
          <a:lstStyle/>
          <a:p>
            <a:pPr marL="0" indent="0" algn="ctr">
              <a:buNone/>
            </a:pPr>
            <a:r>
              <a:rPr lang="en-US" sz="1100" b="1" dirty="0">
                <a:solidFill>
                  <a:srgbClr val="1E407A"/>
                </a:solidFill>
                <a:latin typeface="Poppins" pitchFamily="34" charset="0"/>
                <a:ea typeface="Poppins" pitchFamily="34" charset="-122"/>
                <a:cs typeface="Poppins" pitchFamily="34" charset="-120"/>
              </a:rPr>
              <a:t>Lakshay</a:t>
            </a:r>
            <a:endParaRPr lang="en-US" sz="1100" dirty="0"/>
          </a:p>
        </p:txBody>
      </p:sp>
      <p:sp>
        <p:nvSpPr>
          <p:cNvPr id="19" name="Shape 17"/>
          <p:cNvSpPr/>
          <p:nvPr/>
        </p:nvSpPr>
        <p:spPr>
          <a:xfrm>
            <a:off x="10683240" y="2661920"/>
            <a:ext cx="203200" cy="1544320"/>
          </a:xfrm>
          <a:prstGeom prst="line">
            <a:avLst/>
          </a:prstGeom>
          <a:noFill/>
          <a:ln w="19050">
            <a:solidFill>
              <a:srgbClr val="E990B9"/>
            </a:solidFill>
            <a:prstDash val="solid"/>
            <a:tailEnd type="triangle"/>
          </a:ln>
        </p:spPr>
      </p:sp>
      <p:sp>
        <p:nvSpPr>
          <p:cNvPr id="20" name="Text 18"/>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21" name="Text 19"/>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OUR TOOLS</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We use GitHub + VS Code</a:t>
            </a:r>
            <a:endParaRPr lang="en-US" sz="3300" dirty="0"/>
          </a:p>
        </p:txBody>
      </p:sp>
      <p:sp>
        <p:nvSpPr>
          <p:cNvPr id="4" name="Shape 2"/>
          <p:cNvSpPr/>
          <p:nvPr/>
        </p:nvSpPr>
        <p:spPr>
          <a:xfrm>
            <a:off x="1097280" y="2103120"/>
            <a:ext cx="4572000" cy="2743200"/>
          </a:xfrm>
          <a:prstGeom prst="roundRect">
            <a:avLst>
              <a:gd name="adj" fmla="val 4000"/>
            </a:avLst>
          </a:prstGeom>
          <a:solidFill>
            <a:srgbClr val="EEF2F8"/>
          </a:solidFill>
          <a:ln w="12700">
            <a:solidFill>
              <a:srgbClr val="E6E6E6"/>
            </a:solidFill>
            <a:prstDash val="solid"/>
          </a:ln>
          <a:effectLst>
            <a:outerShdw blurRad="127000" dist="38100" dir="5400000" algn="bl" rotWithShape="0">
              <a:srgbClr val="1E407A">
                <a:alpha val="10000"/>
              </a:srgbClr>
            </a:outerShdw>
          </a:effectLst>
        </p:spPr>
      </p:sp>
      <p:sp>
        <p:nvSpPr>
          <p:cNvPr id="5" name="Text 3"/>
          <p:cNvSpPr txBox="1"/>
          <p:nvPr/>
        </p:nvSpPr>
        <p:spPr>
          <a:xfrm>
            <a:off x="1097280" y="2377440"/>
            <a:ext cx="4572000" cy="548640"/>
          </a:xfrm>
          <a:prstGeom prst="rect">
            <a:avLst/>
          </a:prstGeom>
          <a:noFill/>
          <a:ln/>
        </p:spPr>
        <p:txBody>
          <a:bodyPr wrap="square" lIns="0" tIns="0" rIns="0" bIns="0" rtlCol="0" anchor="ctr"/>
          <a:lstStyle/>
          <a:p>
            <a:pPr marL="0" indent="0" algn="ctr">
              <a:buNone/>
            </a:pPr>
            <a:r>
              <a:rPr lang="en-US" sz="2000" b="1" dirty="0">
                <a:solidFill>
                  <a:srgbClr val="1E407A"/>
                </a:solidFill>
                <a:latin typeface="Poppins" pitchFamily="34" charset="0"/>
                <a:ea typeface="Poppins" pitchFamily="34" charset="-122"/>
                <a:cs typeface="Poppins" pitchFamily="34" charset="-120"/>
              </a:rPr>
              <a:t>Visual Studio Code</a:t>
            </a:r>
            <a:endParaRPr lang="en-US" sz="2000" dirty="0"/>
          </a:p>
        </p:txBody>
      </p:sp>
      <p:sp>
        <p:nvSpPr>
          <p:cNvPr id="6" name="Text 4"/>
          <p:cNvSpPr txBox="1"/>
          <p:nvPr/>
        </p:nvSpPr>
        <p:spPr>
          <a:xfrm>
            <a:off x="1097280" y="2971800"/>
            <a:ext cx="4572000" cy="457200"/>
          </a:xfrm>
          <a:prstGeom prst="rect">
            <a:avLst/>
          </a:prstGeom>
          <a:noFill/>
          <a:ln/>
        </p:spPr>
        <p:txBody>
          <a:bodyPr wrap="square" lIns="0" tIns="0" rIns="0" bIns="0" rtlCol="0" anchor="ctr"/>
          <a:lstStyle/>
          <a:p>
            <a:pPr marL="0" indent="0" algn="ctr">
              <a:buNone/>
            </a:pPr>
            <a:r>
              <a:rPr lang="en-US" sz="1400" b="1" dirty="0">
                <a:solidFill>
                  <a:srgbClr val="1C1C1C"/>
                </a:solidFill>
                <a:latin typeface="Poppins" pitchFamily="34" charset="0"/>
                <a:ea typeface="Poppins" pitchFamily="34" charset="-122"/>
                <a:cs typeface="Poppins" pitchFamily="34" charset="-120"/>
              </a:rPr>
              <a:t>Where we WRITE the code</a:t>
            </a:r>
            <a:endParaRPr lang="en-US" sz="1400" dirty="0"/>
          </a:p>
        </p:txBody>
      </p:sp>
      <p:sp>
        <p:nvSpPr>
          <p:cNvPr id="7" name="Text 5"/>
          <p:cNvSpPr txBox="1"/>
          <p:nvPr/>
        </p:nvSpPr>
        <p:spPr>
          <a:xfrm>
            <a:off x="1371600" y="3474720"/>
            <a:ext cx="4023360" cy="1097280"/>
          </a:xfrm>
          <a:prstGeom prst="rect">
            <a:avLst/>
          </a:prstGeom>
          <a:noFill/>
          <a:ln/>
        </p:spPr>
        <p:txBody>
          <a:bodyPr wrap="square" lIns="0" tIns="0" rIns="0" bIns="0" rtlCol="0" anchor="ctr"/>
          <a:lstStyle/>
          <a:p>
            <a:pPr marL="0" indent="0" algn="ctr">
              <a:lnSpc>
                <a:spcPct val="115000"/>
              </a:lnSpc>
              <a:buNone/>
            </a:pPr>
            <a:r>
              <a:rPr lang="en-US" sz="1300" dirty="0">
                <a:solidFill>
                  <a:srgbClr val="6B6B6B"/>
                </a:solidFill>
                <a:latin typeface="Poppins" pitchFamily="34" charset="0"/>
                <a:ea typeface="Poppins" pitchFamily="34" charset="-122"/>
                <a:cs typeface="Poppins" pitchFamily="34" charset="-120"/>
              </a:rPr>
              <a:t>Our editor. This is where we type the HTML and CSS for the website.</a:t>
            </a:r>
            <a:endParaRPr lang="en-US" sz="1300" dirty="0"/>
          </a:p>
        </p:txBody>
      </p:sp>
      <p:sp>
        <p:nvSpPr>
          <p:cNvPr id="8" name="Shape 6"/>
          <p:cNvSpPr/>
          <p:nvPr/>
        </p:nvSpPr>
        <p:spPr>
          <a:xfrm>
            <a:off x="6492240" y="2103120"/>
            <a:ext cx="4572000" cy="2743200"/>
          </a:xfrm>
          <a:prstGeom prst="roundRect">
            <a:avLst>
              <a:gd name="adj" fmla="val 4000"/>
            </a:avLst>
          </a:prstGeom>
          <a:solidFill>
            <a:srgbClr val="FFF7DD"/>
          </a:solidFill>
          <a:ln w="12700">
            <a:solidFill>
              <a:srgbClr val="E6E6E6"/>
            </a:solidFill>
            <a:prstDash val="solid"/>
          </a:ln>
          <a:effectLst>
            <a:outerShdw blurRad="127000" dist="38100" dir="5400000" algn="bl" rotWithShape="0">
              <a:srgbClr val="1E407A">
                <a:alpha val="10000"/>
              </a:srgbClr>
            </a:outerShdw>
          </a:effectLst>
        </p:spPr>
      </p:sp>
      <p:sp>
        <p:nvSpPr>
          <p:cNvPr id="9" name="Text 7"/>
          <p:cNvSpPr txBox="1"/>
          <p:nvPr/>
        </p:nvSpPr>
        <p:spPr>
          <a:xfrm>
            <a:off x="6492240" y="2377440"/>
            <a:ext cx="4572000" cy="548640"/>
          </a:xfrm>
          <a:prstGeom prst="rect">
            <a:avLst/>
          </a:prstGeom>
          <a:noFill/>
          <a:ln/>
        </p:spPr>
        <p:txBody>
          <a:bodyPr wrap="square" lIns="0" tIns="0" rIns="0" bIns="0" rtlCol="0" anchor="ctr"/>
          <a:lstStyle/>
          <a:p>
            <a:pPr marL="0" indent="0" algn="ctr">
              <a:buNone/>
            </a:pPr>
            <a:r>
              <a:rPr lang="en-US" sz="2000" b="1" dirty="0">
                <a:solidFill>
                  <a:srgbClr val="1E407A"/>
                </a:solidFill>
                <a:latin typeface="Poppins" pitchFamily="34" charset="0"/>
                <a:ea typeface="Poppins" pitchFamily="34" charset="-122"/>
                <a:cs typeface="Poppins" pitchFamily="34" charset="-120"/>
              </a:rPr>
              <a:t>GitHub</a:t>
            </a:r>
            <a:endParaRPr lang="en-US" sz="2000" dirty="0"/>
          </a:p>
        </p:txBody>
      </p:sp>
      <p:sp>
        <p:nvSpPr>
          <p:cNvPr id="10" name="Text 8"/>
          <p:cNvSpPr txBox="1"/>
          <p:nvPr/>
        </p:nvSpPr>
        <p:spPr>
          <a:xfrm>
            <a:off x="6492240" y="2971800"/>
            <a:ext cx="4572000" cy="457200"/>
          </a:xfrm>
          <a:prstGeom prst="rect">
            <a:avLst/>
          </a:prstGeom>
          <a:noFill/>
          <a:ln/>
        </p:spPr>
        <p:txBody>
          <a:bodyPr wrap="square" lIns="0" tIns="0" rIns="0" bIns="0" rtlCol="0" anchor="ctr"/>
          <a:lstStyle/>
          <a:p>
            <a:pPr marL="0" indent="0" algn="ctr">
              <a:buNone/>
            </a:pPr>
            <a:r>
              <a:rPr lang="en-US" sz="1400" b="1" dirty="0">
                <a:solidFill>
                  <a:srgbClr val="1C1C1C"/>
                </a:solidFill>
                <a:latin typeface="Poppins" pitchFamily="34" charset="0"/>
                <a:ea typeface="Poppins" pitchFamily="34" charset="-122"/>
                <a:cs typeface="Poppins" pitchFamily="34" charset="-120"/>
              </a:rPr>
              <a:t>Where we STORE &amp; SHARE it</a:t>
            </a:r>
            <a:endParaRPr lang="en-US" sz="1400" dirty="0"/>
          </a:p>
        </p:txBody>
      </p:sp>
      <p:sp>
        <p:nvSpPr>
          <p:cNvPr id="11" name="Text 9"/>
          <p:cNvSpPr txBox="1"/>
          <p:nvPr/>
        </p:nvSpPr>
        <p:spPr>
          <a:xfrm>
            <a:off x="6766560" y="3474720"/>
            <a:ext cx="4023360" cy="1097280"/>
          </a:xfrm>
          <a:prstGeom prst="rect">
            <a:avLst/>
          </a:prstGeom>
          <a:noFill/>
          <a:ln/>
        </p:spPr>
        <p:txBody>
          <a:bodyPr wrap="square" lIns="0" tIns="0" rIns="0" bIns="0" rtlCol="0" anchor="ctr"/>
          <a:lstStyle/>
          <a:p>
            <a:pPr marL="0" indent="0" algn="ctr">
              <a:lnSpc>
                <a:spcPct val="115000"/>
              </a:lnSpc>
              <a:buNone/>
            </a:pPr>
            <a:r>
              <a:rPr lang="en-US" sz="1300" dirty="0">
                <a:solidFill>
                  <a:srgbClr val="6B6B6B"/>
                </a:solidFill>
                <a:latin typeface="Poppins" pitchFamily="34" charset="0"/>
                <a:ea typeface="Poppins" pitchFamily="34" charset="-122"/>
                <a:cs typeface="Poppins" pitchFamily="34" charset="-120"/>
              </a:rPr>
              <a:t>The shared home for the project. We send our work here so the whole team has it.</a:t>
            </a:r>
            <a:endParaRPr lang="en-US" sz="1300" dirty="0"/>
          </a:p>
        </p:txBody>
      </p:sp>
      <p:sp>
        <p:nvSpPr>
          <p:cNvPr id="12" name="Shape 10"/>
          <p:cNvSpPr/>
          <p:nvPr/>
        </p:nvSpPr>
        <p:spPr>
          <a:xfrm>
            <a:off x="5715000" y="3474720"/>
            <a:ext cx="731520" cy="0"/>
          </a:xfrm>
          <a:prstGeom prst="line">
            <a:avLst/>
          </a:prstGeom>
          <a:noFill/>
          <a:ln w="31750">
            <a:solidFill>
              <a:srgbClr val="E990B9"/>
            </a:solidFill>
            <a:prstDash val="solid"/>
            <a:headEnd type="triangle"/>
            <a:tailEnd type="triangle"/>
          </a:ln>
        </p:spPr>
      </p:sp>
      <p:sp>
        <p:nvSpPr>
          <p:cNvPr id="13" name="Text 11"/>
          <p:cNvSpPr txBox="1"/>
          <p:nvPr/>
        </p:nvSpPr>
        <p:spPr>
          <a:xfrm>
            <a:off x="1097280" y="5120640"/>
            <a:ext cx="9966960" cy="548640"/>
          </a:xfrm>
          <a:prstGeom prst="rect">
            <a:avLst/>
          </a:prstGeom>
          <a:noFill/>
          <a:ln/>
        </p:spPr>
        <p:txBody>
          <a:bodyPr wrap="square" lIns="0" tIns="0" rIns="0" bIns="0" rtlCol="0" anchor="ctr"/>
          <a:lstStyle/>
          <a:p>
            <a:pPr marL="0" indent="0" algn="ctr">
              <a:buNone/>
            </a:pPr>
            <a:r>
              <a:rPr lang="en-US" sz="1400" i="1" dirty="0">
                <a:solidFill>
                  <a:srgbClr val="6B6B6B"/>
                </a:solidFill>
                <a:latin typeface="Poppins" pitchFamily="34" charset="0"/>
                <a:ea typeface="Poppins" pitchFamily="34" charset="-122"/>
                <a:cs typeface="Poppins" pitchFamily="34" charset="-120"/>
              </a:rPr>
              <a:t>You write in VS Code, then send it to GitHub. Two different jobs, they work together.</a:t>
            </a:r>
            <a:endParaRPr lang="en-US" sz="1400" dirty="0"/>
          </a:p>
        </p:txBody>
      </p:sp>
      <p:sp>
        <p:nvSpPr>
          <p:cNvPr id="14" name="Text 12"/>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5" name="Text 13"/>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OUR PLAN</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We build the structure first</a:t>
            </a:r>
            <a:endParaRPr lang="en-US" sz="3300" dirty="0"/>
          </a:p>
        </p:txBody>
      </p:sp>
      <p:sp>
        <p:nvSpPr>
          <p:cNvPr id="4" name="Text 2"/>
          <p:cNvSpPr txBox="1"/>
          <p:nvPr/>
        </p:nvSpPr>
        <p:spPr>
          <a:xfrm>
            <a:off x="640080" y="1783080"/>
            <a:ext cx="10515600" cy="548640"/>
          </a:xfrm>
          <a:prstGeom prst="rect">
            <a:avLst/>
          </a:prstGeom>
          <a:noFill/>
          <a:ln/>
        </p:spPr>
        <p:txBody>
          <a:bodyPr wrap="square" lIns="0" tIns="0" rIns="0" bIns="0" rtlCol="0" anchor="ctr"/>
          <a:lstStyle/>
          <a:p>
            <a:pPr marL="0" indent="0">
              <a:buNone/>
            </a:pPr>
            <a:r>
              <a:rPr lang="en-US" sz="1600" dirty="0">
                <a:solidFill>
                  <a:srgbClr val="1C1C1C"/>
                </a:solidFill>
                <a:latin typeface="Poppins" pitchFamily="34" charset="0"/>
                <a:ea typeface="Poppins" pitchFamily="34" charset="-122"/>
                <a:cs typeface="Poppins" pitchFamily="34" charset="-120"/>
              </a:rPr>
              <a:t>Before any functionality, we build the whole structure of the website in code.</a:t>
            </a:r>
            <a:endParaRPr lang="en-US" sz="1600" dirty="0"/>
          </a:p>
        </p:txBody>
      </p:sp>
      <p:sp>
        <p:nvSpPr>
          <p:cNvPr id="5" name="Shape 3"/>
          <p:cNvSpPr/>
          <p:nvPr/>
        </p:nvSpPr>
        <p:spPr>
          <a:xfrm>
            <a:off x="822960" y="2651760"/>
            <a:ext cx="5120640" cy="2377440"/>
          </a:xfrm>
          <a:prstGeom prst="roundRect">
            <a:avLst>
              <a:gd name="adj" fmla="val 4615"/>
            </a:avLst>
          </a:prstGeom>
          <a:solidFill>
            <a:srgbClr val="EEF2F8"/>
          </a:solidFill>
          <a:ln w="12700">
            <a:solidFill>
              <a:srgbClr val="E6E6E6"/>
            </a:solidFill>
            <a:prstDash val="solid"/>
          </a:ln>
          <a:effectLst>
            <a:outerShdw blurRad="127000" dist="38100" dir="5400000" algn="bl" rotWithShape="0">
              <a:srgbClr val="1E407A">
                <a:alpha val="10000"/>
              </a:srgbClr>
            </a:outerShdw>
          </a:effectLst>
        </p:spPr>
      </p:sp>
      <p:sp>
        <p:nvSpPr>
          <p:cNvPr id="6" name="Shape 4"/>
          <p:cNvSpPr/>
          <p:nvPr/>
        </p:nvSpPr>
        <p:spPr>
          <a:xfrm>
            <a:off x="1097280" y="2926080"/>
            <a:ext cx="1371600" cy="457200"/>
          </a:xfrm>
          <a:prstGeom prst="roundRect">
            <a:avLst>
              <a:gd name="adj" fmla="val 50000"/>
            </a:avLst>
          </a:prstGeom>
          <a:solidFill>
            <a:srgbClr val="1E407A"/>
          </a:solidFill>
          <a:ln/>
        </p:spPr>
      </p:sp>
      <p:sp>
        <p:nvSpPr>
          <p:cNvPr id="7" name="Text 5"/>
          <p:cNvSpPr txBox="1"/>
          <p:nvPr/>
        </p:nvSpPr>
        <p:spPr>
          <a:xfrm>
            <a:off x="1097280" y="2926080"/>
            <a:ext cx="13716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Step 1</a:t>
            </a:r>
            <a:endParaRPr lang="en-US" sz="1300" dirty="0"/>
          </a:p>
        </p:txBody>
      </p:sp>
      <p:sp>
        <p:nvSpPr>
          <p:cNvPr id="8" name="Text 6"/>
          <p:cNvSpPr txBox="1"/>
          <p:nvPr/>
        </p:nvSpPr>
        <p:spPr>
          <a:xfrm>
            <a:off x="1097280" y="3566160"/>
            <a:ext cx="4572000" cy="457200"/>
          </a:xfrm>
          <a:prstGeom prst="rect">
            <a:avLst/>
          </a:prstGeom>
          <a:noFill/>
          <a:ln/>
        </p:spPr>
        <p:txBody>
          <a:bodyPr wrap="square" lIns="0" tIns="0" rIns="0" bIns="0" rtlCol="0" anchor="ctr"/>
          <a:lstStyle/>
          <a:p>
            <a:pPr marL="0" indent="0">
              <a:buNone/>
            </a:pPr>
            <a:r>
              <a:rPr lang="en-US" sz="1800" b="1" dirty="0">
                <a:solidFill>
                  <a:srgbClr val="1E407A"/>
                </a:solidFill>
                <a:latin typeface="Poppins" pitchFamily="34" charset="0"/>
                <a:ea typeface="Poppins" pitchFamily="34" charset="-122"/>
                <a:cs typeface="Poppins" pitchFamily="34" charset="-120"/>
              </a:rPr>
              <a:t>HTML + CSS only</a:t>
            </a:r>
            <a:endParaRPr lang="en-US" sz="1800" dirty="0"/>
          </a:p>
        </p:txBody>
      </p:sp>
      <p:sp>
        <p:nvSpPr>
          <p:cNvPr id="9" name="Text 7"/>
          <p:cNvSpPr txBox="1"/>
          <p:nvPr/>
        </p:nvSpPr>
        <p:spPr>
          <a:xfrm>
            <a:off x="1097280" y="4114800"/>
            <a:ext cx="4572000" cy="822960"/>
          </a:xfrm>
          <a:prstGeom prst="rect">
            <a:avLst/>
          </a:prstGeom>
          <a:noFill/>
          <a:ln/>
        </p:spPr>
        <p:txBody>
          <a:bodyPr wrap="square" lIns="0" tIns="0" rIns="0" bIns="0" rtlCol="0" anchor="ctr"/>
          <a:lstStyle/>
          <a:p>
            <a:pPr marL="0" indent="0">
              <a:lnSpc>
                <a:spcPct val="115000"/>
              </a:lnSpc>
              <a:buNone/>
            </a:pPr>
            <a:r>
              <a:rPr lang="en-US" sz="1300" dirty="0">
                <a:solidFill>
                  <a:srgbClr val="6B6B6B"/>
                </a:solidFill>
                <a:latin typeface="Poppins" pitchFamily="34" charset="0"/>
                <a:ea typeface="Poppins" pitchFamily="34" charset="-122"/>
                <a:cs typeface="Poppins" pitchFamily="34" charset="-120"/>
              </a:rPr>
              <a:t>The layout and the look of every page. This is our priority NOW.</a:t>
            </a:r>
            <a:endParaRPr lang="en-US" sz="1300" dirty="0"/>
          </a:p>
        </p:txBody>
      </p:sp>
      <p:sp>
        <p:nvSpPr>
          <p:cNvPr id="10" name="Shape 8"/>
          <p:cNvSpPr/>
          <p:nvPr/>
        </p:nvSpPr>
        <p:spPr>
          <a:xfrm>
            <a:off x="6035040" y="3840480"/>
            <a:ext cx="457200" cy="0"/>
          </a:xfrm>
          <a:prstGeom prst="line">
            <a:avLst/>
          </a:prstGeom>
          <a:noFill/>
          <a:ln w="31750">
            <a:solidFill>
              <a:srgbClr val="1C1C1C"/>
            </a:solidFill>
            <a:prstDash val="solid"/>
            <a:tailEnd type="triangle"/>
          </a:ln>
        </p:spPr>
      </p:sp>
      <p:sp>
        <p:nvSpPr>
          <p:cNvPr id="11" name="Shape 9"/>
          <p:cNvSpPr/>
          <p:nvPr/>
        </p:nvSpPr>
        <p:spPr>
          <a:xfrm>
            <a:off x="6583680" y="2651760"/>
            <a:ext cx="4754880" cy="2377440"/>
          </a:xfrm>
          <a:prstGeom prst="roundRect">
            <a:avLst>
              <a:gd name="adj" fmla="val 4615"/>
            </a:avLst>
          </a:prstGeom>
          <a:solidFill>
            <a:srgbClr val="FFFFFF"/>
          </a:solidFill>
          <a:ln w="12700">
            <a:solidFill>
              <a:srgbClr val="E6E6E6"/>
            </a:solidFill>
            <a:prstDash val="solid"/>
          </a:ln>
          <a:effectLst>
            <a:outerShdw blurRad="127000" dist="38100" dir="5400000" algn="bl" rotWithShape="0">
              <a:srgbClr val="1E407A">
                <a:alpha val="10000"/>
              </a:srgbClr>
            </a:outerShdw>
          </a:effectLst>
        </p:spPr>
      </p:sp>
      <p:sp>
        <p:nvSpPr>
          <p:cNvPr id="12" name="Shape 10"/>
          <p:cNvSpPr/>
          <p:nvPr/>
        </p:nvSpPr>
        <p:spPr>
          <a:xfrm>
            <a:off x="6858000" y="2926080"/>
            <a:ext cx="1371600" cy="457200"/>
          </a:xfrm>
          <a:prstGeom prst="roundRect">
            <a:avLst>
              <a:gd name="adj" fmla="val 50000"/>
            </a:avLst>
          </a:prstGeom>
          <a:solidFill>
            <a:srgbClr val="6B6B6B"/>
          </a:solidFill>
          <a:ln/>
        </p:spPr>
      </p:sp>
      <p:sp>
        <p:nvSpPr>
          <p:cNvPr id="13" name="Text 11"/>
          <p:cNvSpPr txBox="1"/>
          <p:nvPr/>
        </p:nvSpPr>
        <p:spPr>
          <a:xfrm>
            <a:off x="6858000" y="2926080"/>
            <a:ext cx="13716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Step 2</a:t>
            </a:r>
            <a:endParaRPr lang="en-US" sz="1300" dirty="0"/>
          </a:p>
        </p:txBody>
      </p:sp>
      <p:sp>
        <p:nvSpPr>
          <p:cNvPr id="14" name="Text 12"/>
          <p:cNvSpPr txBox="1"/>
          <p:nvPr/>
        </p:nvSpPr>
        <p:spPr>
          <a:xfrm>
            <a:off x="6858000" y="3566160"/>
            <a:ext cx="4206240" cy="457200"/>
          </a:xfrm>
          <a:prstGeom prst="rect">
            <a:avLst/>
          </a:prstGeom>
          <a:noFill/>
          <a:ln/>
        </p:spPr>
        <p:txBody>
          <a:bodyPr wrap="square" lIns="0" tIns="0" rIns="0" bIns="0" rtlCol="0" anchor="ctr"/>
          <a:lstStyle/>
          <a:p>
            <a:pPr marL="0" indent="0">
              <a:buNone/>
            </a:pPr>
            <a:r>
              <a:rPr lang="en-US" sz="1800" b="1" dirty="0">
                <a:solidFill>
                  <a:srgbClr val="1C1C1C"/>
                </a:solidFill>
                <a:latin typeface="Poppins" pitchFamily="34" charset="0"/>
                <a:ea typeface="Poppins" pitchFamily="34" charset="-122"/>
                <a:cs typeface="Poppins" pitchFamily="34" charset="-120"/>
              </a:rPr>
              <a:t>Functionality</a:t>
            </a:r>
            <a:endParaRPr lang="en-US" sz="1800" dirty="0"/>
          </a:p>
        </p:txBody>
      </p:sp>
      <p:sp>
        <p:nvSpPr>
          <p:cNvPr id="15" name="Text 13"/>
          <p:cNvSpPr txBox="1"/>
          <p:nvPr/>
        </p:nvSpPr>
        <p:spPr>
          <a:xfrm>
            <a:off x="6858000" y="4114800"/>
            <a:ext cx="4206240" cy="822960"/>
          </a:xfrm>
          <a:prstGeom prst="rect">
            <a:avLst/>
          </a:prstGeom>
          <a:noFill/>
          <a:ln/>
        </p:spPr>
        <p:txBody>
          <a:bodyPr wrap="square" lIns="0" tIns="0" rIns="0" bIns="0" rtlCol="0" anchor="ctr"/>
          <a:lstStyle/>
          <a:p>
            <a:pPr marL="0" indent="0">
              <a:lnSpc>
                <a:spcPct val="115000"/>
              </a:lnSpc>
              <a:buNone/>
            </a:pPr>
            <a:r>
              <a:rPr lang="en-US" sz="1300" dirty="0">
                <a:solidFill>
                  <a:srgbClr val="6B6B6B"/>
                </a:solidFill>
                <a:latin typeface="Poppins" pitchFamily="34" charset="0"/>
                <a:ea typeface="Poppins" pitchFamily="34" charset="-122"/>
                <a:cs typeface="Poppins" pitchFamily="34" charset="-120"/>
              </a:rPr>
              <a:t>Forms, interactions and PHP come later, once the structure is done.</a:t>
            </a:r>
            <a:endParaRPr lang="en-US" sz="1300" dirty="0"/>
          </a:p>
        </p:txBody>
      </p:sp>
      <p:sp>
        <p:nvSpPr>
          <p:cNvPr id="16" name="Text 14"/>
          <p:cNvSpPr txBox="1"/>
          <p:nvPr/>
        </p:nvSpPr>
        <p:spPr>
          <a:xfrm>
            <a:off x="822960" y="5303520"/>
            <a:ext cx="10515600" cy="457200"/>
          </a:xfrm>
          <a:prstGeom prst="rect">
            <a:avLst/>
          </a:prstGeom>
          <a:noFill/>
          <a:ln/>
        </p:spPr>
        <p:txBody>
          <a:bodyPr wrap="square" lIns="0" tIns="0" rIns="0" bIns="0" rtlCol="0" anchor="ctr"/>
          <a:lstStyle/>
          <a:p>
            <a:pPr marL="0" indent="0">
              <a:buNone/>
            </a:pPr>
            <a:r>
              <a:rPr lang="en-US" sz="1400" i="1" dirty="0">
                <a:solidFill>
                  <a:srgbClr val="6B6B6B"/>
                </a:solidFill>
                <a:latin typeface="Poppins" pitchFamily="34" charset="0"/>
                <a:ea typeface="Poppins" pitchFamily="34" charset="-122"/>
                <a:cs typeface="Poppins" pitchFamily="34" charset="-120"/>
              </a:rPr>
              <a:t>Why: get the skeleton of all pages consistent first, then add the clever stuff. It avoids chaos.</a:t>
            </a:r>
            <a:endParaRPr lang="en-US" sz="1400" dirty="0"/>
          </a:p>
        </p:txBody>
      </p:sp>
      <p:sp>
        <p:nvSpPr>
          <p:cNvPr id="17" name="Text 15"/>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8" name="Text 16"/>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407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FECD3E"/>
                </a:solidFill>
                <a:latin typeface="Poppins" pitchFamily="34" charset="0"/>
                <a:ea typeface="Poppins" pitchFamily="34" charset="-122"/>
                <a:cs typeface="Poppins" pitchFamily="34" charset="-120"/>
              </a:rPr>
              <a:t>THE WORKFLOW</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000" b="1" dirty="0">
                <a:solidFill>
                  <a:srgbClr val="FFFFFF"/>
                </a:solidFill>
                <a:latin typeface="Poppins" pitchFamily="34" charset="0"/>
                <a:ea typeface="Poppins" pitchFamily="34" charset="-122"/>
                <a:cs typeface="Poppins" pitchFamily="34" charset="-120"/>
              </a:rPr>
              <a:t>How we work, the big picture</a:t>
            </a:r>
            <a:endParaRPr lang="en-US" sz="3000" dirty="0"/>
          </a:p>
        </p:txBody>
      </p:sp>
      <p:sp>
        <p:nvSpPr>
          <p:cNvPr id="4" name="Shape 2"/>
          <p:cNvSpPr/>
          <p:nvPr/>
        </p:nvSpPr>
        <p:spPr>
          <a:xfrm>
            <a:off x="640080" y="2743200"/>
            <a:ext cx="1965960" cy="1645920"/>
          </a:xfrm>
          <a:prstGeom prst="roundRect">
            <a:avLst>
              <a:gd name="adj" fmla="val 6667"/>
            </a:avLst>
          </a:prstGeom>
          <a:solidFill>
            <a:srgbClr val="244B8A"/>
          </a:solidFill>
          <a:ln w="25400">
            <a:solidFill>
              <a:srgbClr val="51B2A2"/>
            </a:solidFill>
            <a:prstDash val="solid"/>
          </a:ln>
        </p:spPr>
      </p:sp>
      <p:sp>
        <p:nvSpPr>
          <p:cNvPr id="5" name="Shape 3"/>
          <p:cNvSpPr/>
          <p:nvPr/>
        </p:nvSpPr>
        <p:spPr>
          <a:xfrm>
            <a:off x="1417320" y="2926080"/>
            <a:ext cx="411480" cy="411480"/>
          </a:xfrm>
          <a:prstGeom prst="ellipse">
            <a:avLst/>
          </a:prstGeom>
          <a:solidFill>
            <a:srgbClr val="51B2A2"/>
          </a:solidFill>
          <a:ln/>
        </p:spPr>
      </p:sp>
      <p:sp>
        <p:nvSpPr>
          <p:cNvPr id="6" name="Text 4"/>
          <p:cNvSpPr txBox="1"/>
          <p:nvPr/>
        </p:nvSpPr>
        <p:spPr>
          <a:xfrm>
            <a:off x="1417320" y="2926080"/>
            <a:ext cx="411480" cy="411480"/>
          </a:xfrm>
          <a:prstGeom prst="rect">
            <a:avLst/>
          </a:prstGeom>
          <a:noFill/>
          <a:ln/>
        </p:spPr>
        <p:txBody>
          <a:bodyPr wrap="square" lIns="0" tIns="0" rIns="0" bIns="0" rtlCol="0" anchor="ctr"/>
          <a:lstStyle/>
          <a:p>
            <a:pPr marL="0" indent="0" algn="ctr">
              <a:buNone/>
            </a:pPr>
            <a:r>
              <a:rPr lang="en-US" sz="1400" b="1" dirty="0">
                <a:solidFill>
                  <a:srgbClr val="1E407A"/>
                </a:solidFill>
                <a:latin typeface="Poppins" pitchFamily="34" charset="0"/>
                <a:ea typeface="Poppins" pitchFamily="34" charset="-122"/>
                <a:cs typeface="Poppins" pitchFamily="34" charset="-120"/>
              </a:rPr>
              <a:t>1</a:t>
            </a:r>
            <a:endParaRPr lang="en-US" sz="1400" dirty="0"/>
          </a:p>
        </p:txBody>
      </p:sp>
      <p:sp>
        <p:nvSpPr>
          <p:cNvPr id="7" name="Text 5"/>
          <p:cNvSpPr txBox="1"/>
          <p:nvPr/>
        </p:nvSpPr>
        <p:spPr>
          <a:xfrm>
            <a:off x="731520" y="3474720"/>
            <a:ext cx="1783080"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Poppins" pitchFamily="34" charset="0"/>
                <a:ea typeface="Poppins" pitchFamily="34" charset="-122"/>
                <a:cs typeface="Poppins" pitchFamily="34" charset="-120"/>
              </a:rPr>
              <a:t>Get the latest</a:t>
            </a:r>
            <a:endParaRPr lang="en-US" sz="1300" dirty="0"/>
          </a:p>
        </p:txBody>
      </p:sp>
      <p:sp>
        <p:nvSpPr>
          <p:cNvPr id="8" name="Shape 6"/>
          <p:cNvSpPr/>
          <p:nvPr/>
        </p:nvSpPr>
        <p:spPr>
          <a:xfrm>
            <a:off x="2606040" y="3566160"/>
            <a:ext cx="320040" cy="0"/>
          </a:xfrm>
          <a:prstGeom prst="line">
            <a:avLst/>
          </a:prstGeom>
          <a:noFill/>
          <a:ln w="25400">
            <a:solidFill>
              <a:srgbClr val="FFFFFF"/>
            </a:solidFill>
            <a:prstDash val="solid"/>
            <a:tailEnd type="triangle"/>
          </a:ln>
        </p:spPr>
      </p:sp>
      <p:sp>
        <p:nvSpPr>
          <p:cNvPr id="9" name="Shape 7"/>
          <p:cNvSpPr/>
          <p:nvPr/>
        </p:nvSpPr>
        <p:spPr>
          <a:xfrm>
            <a:off x="2926080" y="2743200"/>
            <a:ext cx="1965960" cy="1645920"/>
          </a:xfrm>
          <a:prstGeom prst="roundRect">
            <a:avLst>
              <a:gd name="adj" fmla="val 6667"/>
            </a:avLst>
          </a:prstGeom>
          <a:solidFill>
            <a:srgbClr val="244B8A"/>
          </a:solidFill>
          <a:ln w="25400">
            <a:solidFill>
              <a:srgbClr val="E990B9"/>
            </a:solidFill>
            <a:prstDash val="solid"/>
          </a:ln>
        </p:spPr>
      </p:sp>
      <p:sp>
        <p:nvSpPr>
          <p:cNvPr id="10" name="Shape 8"/>
          <p:cNvSpPr/>
          <p:nvPr/>
        </p:nvSpPr>
        <p:spPr>
          <a:xfrm>
            <a:off x="3703320" y="2926080"/>
            <a:ext cx="411480" cy="411480"/>
          </a:xfrm>
          <a:prstGeom prst="ellipse">
            <a:avLst/>
          </a:prstGeom>
          <a:solidFill>
            <a:srgbClr val="E990B9"/>
          </a:solidFill>
          <a:ln/>
        </p:spPr>
      </p:sp>
      <p:sp>
        <p:nvSpPr>
          <p:cNvPr id="11" name="Text 9"/>
          <p:cNvSpPr txBox="1"/>
          <p:nvPr/>
        </p:nvSpPr>
        <p:spPr>
          <a:xfrm>
            <a:off x="3703320" y="2926080"/>
            <a:ext cx="411480" cy="411480"/>
          </a:xfrm>
          <a:prstGeom prst="rect">
            <a:avLst/>
          </a:prstGeom>
          <a:noFill/>
          <a:ln/>
        </p:spPr>
        <p:txBody>
          <a:bodyPr wrap="square" lIns="0" tIns="0" rIns="0" bIns="0" rtlCol="0" anchor="ctr"/>
          <a:lstStyle/>
          <a:p>
            <a:pPr marL="0" indent="0" algn="ctr">
              <a:buNone/>
            </a:pPr>
            <a:r>
              <a:rPr lang="en-US" sz="1400" b="1" dirty="0">
                <a:solidFill>
                  <a:srgbClr val="1E407A"/>
                </a:solidFill>
                <a:latin typeface="Poppins" pitchFamily="34" charset="0"/>
                <a:ea typeface="Poppins" pitchFamily="34" charset="-122"/>
                <a:cs typeface="Poppins" pitchFamily="34" charset="-120"/>
              </a:rPr>
              <a:t>2</a:t>
            </a:r>
            <a:endParaRPr lang="en-US" sz="1400" dirty="0"/>
          </a:p>
        </p:txBody>
      </p:sp>
      <p:sp>
        <p:nvSpPr>
          <p:cNvPr id="12" name="Text 10"/>
          <p:cNvSpPr txBox="1"/>
          <p:nvPr/>
        </p:nvSpPr>
        <p:spPr>
          <a:xfrm>
            <a:off x="3017520" y="3474720"/>
            <a:ext cx="1783080"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Poppins" pitchFamily="34" charset="0"/>
                <a:ea typeface="Poppins" pitchFamily="34" charset="-122"/>
                <a:cs typeface="Poppins" pitchFamily="34" charset="-120"/>
              </a:rPr>
              <a:t>Work on your branch</a:t>
            </a:r>
            <a:endParaRPr lang="en-US" sz="1300" dirty="0"/>
          </a:p>
        </p:txBody>
      </p:sp>
      <p:sp>
        <p:nvSpPr>
          <p:cNvPr id="13" name="Shape 11"/>
          <p:cNvSpPr/>
          <p:nvPr/>
        </p:nvSpPr>
        <p:spPr>
          <a:xfrm>
            <a:off x="4892040" y="3566160"/>
            <a:ext cx="320040" cy="0"/>
          </a:xfrm>
          <a:prstGeom prst="line">
            <a:avLst/>
          </a:prstGeom>
          <a:noFill/>
          <a:ln w="25400">
            <a:solidFill>
              <a:srgbClr val="FFFFFF"/>
            </a:solidFill>
            <a:prstDash val="solid"/>
            <a:tailEnd type="triangle"/>
          </a:ln>
        </p:spPr>
      </p:sp>
      <p:sp>
        <p:nvSpPr>
          <p:cNvPr id="14" name="Shape 12"/>
          <p:cNvSpPr/>
          <p:nvPr/>
        </p:nvSpPr>
        <p:spPr>
          <a:xfrm>
            <a:off x="5212080" y="2743200"/>
            <a:ext cx="1965960" cy="1645920"/>
          </a:xfrm>
          <a:prstGeom prst="roundRect">
            <a:avLst>
              <a:gd name="adj" fmla="val 6667"/>
            </a:avLst>
          </a:prstGeom>
          <a:solidFill>
            <a:srgbClr val="244B8A"/>
          </a:solidFill>
          <a:ln w="25400">
            <a:solidFill>
              <a:srgbClr val="FECD3E"/>
            </a:solidFill>
            <a:prstDash val="solid"/>
          </a:ln>
        </p:spPr>
      </p:sp>
      <p:sp>
        <p:nvSpPr>
          <p:cNvPr id="15" name="Shape 13"/>
          <p:cNvSpPr/>
          <p:nvPr/>
        </p:nvSpPr>
        <p:spPr>
          <a:xfrm>
            <a:off x="5989320" y="2926080"/>
            <a:ext cx="411480" cy="411480"/>
          </a:xfrm>
          <a:prstGeom prst="ellipse">
            <a:avLst/>
          </a:prstGeom>
          <a:solidFill>
            <a:srgbClr val="FECD3E"/>
          </a:solidFill>
          <a:ln/>
        </p:spPr>
      </p:sp>
      <p:sp>
        <p:nvSpPr>
          <p:cNvPr id="16" name="Text 14"/>
          <p:cNvSpPr txBox="1"/>
          <p:nvPr/>
        </p:nvSpPr>
        <p:spPr>
          <a:xfrm>
            <a:off x="5989320" y="2926080"/>
            <a:ext cx="411480" cy="411480"/>
          </a:xfrm>
          <a:prstGeom prst="rect">
            <a:avLst/>
          </a:prstGeom>
          <a:noFill/>
          <a:ln/>
        </p:spPr>
        <p:txBody>
          <a:bodyPr wrap="square" lIns="0" tIns="0" rIns="0" bIns="0" rtlCol="0" anchor="ctr"/>
          <a:lstStyle/>
          <a:p>
            <a:pPr marL="0" indent="0" algn="ctr">
              <a:buNone/>
            </a:pPr>
            <a:r>
              <a:rPr lang="en-US" sz="1400" b="1" dirty="0">
                <a:solidFill>
                  <a:srgbClr val="1E407A"/>
                </a:solidFill>
                <a:latin typeface="Poppins" pitchFamily="34" charset="0"/>
                <a:ea typeface="Poppins" pitchFamily="34" charset="-122"/>
                <a:cs typeface="Poppins" pitchFamily="34" charset="-120"/>
              </a:rPr>
              <a:t>3</a:t>
            </a:r>
            <a:endParaRPr lang="en-US" sz="1400" dirty="0"/>
          </a:p>
        </p:txBody>
      </p:sp>
      <p:sp>
        <p:nvSpPr>
          <p:cNvPr id="17" name="Text 15"/>
          <p:cNvSpPr txBox="1"/>
          <p:nvPr/>
        </p:nvSpPr>
        <p:spPr>
          <a:xfrm>
            <a:off x="5303520" y="3474720"/>
            <a:ext cx="1783080"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Poppins" pitchFamily="34" charset="0"/>
                <a:ea typeface="Poppins" pitchFamily="34" charset="-122"/>
                <a:cs typeface="Poppins" pitchFamily="34" charset="-120"/>
              </a:rPr>
              <a:t>Save &amp; upload</a:t>
            </a:r>
            <a:endParaRPr lang="en-US" sz="1300" dirty="0"/>
          </a:p>
        </p:txBody>
      </p:sp>
      <p:sp>
        <p:nvSpPr>
          <p:cNvPr id="18" name="Shape 16"/>
          <p:cNvSpPr/>
          <p:nvPr/>
        </p:nvSpPr>
        <p:spPr>
          <a:xfrm>
            <a:off x="7178040" y="3566160"/>
            <a:ext cx="320040" cy="0"/>
          </a:xfrm>
          <a:prstGeom prst="line">
            <a:avLst/>
          </a:prstGeom>
          <a:noFill/>
          <a:ln w="25400">
            <a:solidFill>
              <a:srgbClr val="FFFFFF"/>
            </a:solidFill>
            <a:prstDash val="solid"/>
            <a:tailEnd type="triangle"/>
          </a:ln>
        </p:spPr>
      </p:sp>
      <p:sp>
        <p:nvSpPr>
          <p:cNvPr id="19" name="Shape 17"/>
          <p:cNvSpPr/>
          <p:nvPr/>
        </p:nvSpPr>
        <p:spPr>
          <a:xfrm>
            <a:off x="7498080" y="2743200"/>
            <a:ext cx="1965960" cy="1645920"/>
          </a:xfrm>
          <a:prstGeom prst="roundRect">
            <a:avLst>
              <a:gd name="adj" fmla="val 6667"/>
            </a:avLst>
          </a:prstGeom>
          <a:solidFill>
            <a:srgbClr val="244B8A"/>
          </a:solidFill>
          <a:ln w="25400">
            <a:solidFill>
              <a:srgbClr val="F15B39"/>
            </a:solidFill>
            <a:prstDash val="solid"/>
          </a:ln>
        </p:spPr>
      </p:sp>
      <p:sp>
        <p:nvSpPr>
          <p:cNvPr id="20" name="Shape 18"/>
          <p:cNvSpPr/>
          <p:nvPr/>
        </p:nvSpPr>
        <p:spPr>
          <a:xfrm>
            <a:off x="8275320" y="2926080"/>
            <a:ext cx="411480" cy="411480"/>
          </a:xfrm>
          <a:prstGeom prst="ellipse">
            <a:avLst/>
          </a:prstGeom>
          <a:solidFill>
            <a:srgbClr val="F15B39"/>
          </a:solidFill>
          <a:ln/>
        </p:spPr>
      </p:sp>
      <p:sp>
        <p:nvSpPr>
          <p:cNvPr id="21" name="Text 19"/>
          <p:cNvSpPr txBox="1"/>
          <p:nvPr/>
        </p:nvSpPr>
        <p:spPr>
          <a:xfrm>
            <a:off x="8275320" y="2926080"/>
            <a:ext cx="411480" cy="411480"/>
          </a:xfrm>
          <a:prstGeom prst="rect">
            <a:avLst/>
          </a:prstGeom>
          <a:noFill/>
          <a:ln/>
        </p:spPr>
        <p:txBody>
          <a:bodyPr wrap="square" lIns="0" tIns="0" rIns="0" bIns="0" rtlCol="0" anchor="ctr"/>
          <a:lstStyle/>
          <a:p>
            <a:pPr marL="0" indent="0" algn="ctr">
              <a:buNone/>
            </a:pPr>
            <a:r>
              <a:rPr lang="en-US" sz="1400" b="1" dirty="0">
                <a:solidFill>
                  <a:srgbClr val="1E407A"/>
                </a:solidFill>
                <a:latin typeface="Poppins" pitchFamily="34" charset="0"/>
                <a:ea typeface="Poppins" pitchFamily="34" charset="-122"/>
                <a:cs typeface="Poppins" pitchFamily="34" charset="-120"/>
              </a:rPr>
              <a:t>4</a:t>
            </a:r>
            <a:endParaRPr lang="en-US" sz="1400" dirty="0"/>
          </a:p>
        </p:txBody>
      </p:sp>
      <p:sp>
        <p:nvSpPr>
          <p:cNvPr id="22" name="Text 20"/>
          <p:cNvSpPr txBox="1"/>
          <p:nvPr/>
        </p:nvSpPr>
        <p:spPr>
          <a:xfrm>
            <a:off x="7589520" y="3474720"/>
            <a:ext cx="1783080"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Poppins" pitchFamily="34" charset="0"/>
                <a:ea typeface="Poppins" pitchFamily="34" charset="-122"/>
                <a:cs typeface="Poppins" pitchFamily="34" charset="-120"/>
              </a:rPr>
              <a:t>Pull Request</a:t>
            </a:r>
            <a:endParaRPr lang="en-US" sz="1300" dirty="0"/>
          </a:p>
        </p:txBody>
      </p:sp>
      <p:sp>
        <p:nvSpPr>
          <p:cNvPr id="23" name="Shape 21"/>
          <p:cNvSpPr/>
          <p:nvPr/>
        </p:nvSpPr>
        <p:spPr>
          <a:xfrm>
            <a:off x="9464040" y="3566160"/>
            <a:ext cx="320040" cy="0"/>
          </a:xfrm>
          <a:prstGeom prst="line">
            <a:avLst/>
          </a:prstGeom>
          <a:noFill/>
          <a:ln w="25400">
            <a:solidFill>
              <a:srgbClr val="FFFFFF"/>
            </a:solidFill>
            <a:prstDash val="solid"/>
            <a:tailEnd type="triangle"/>
          </a:ln>
        </p:spPr>
      </p:sp>
      <p:sp>
        <p:nvSpPr>
          <p:cNvPr id="24" name="Shape 22"/>
          <p:cNvSpPr/>
          <p:nvPr/>
        </p:nvSpPr>
        <p:spPr>
          <a:xfrm>
            <a:off x="9784080" y="2743200"/>
            <a:ext cx="1965960" cy="1645920"/>
          </a:xfrm>
          <a:prstGeom prst="roundRect">
            <a:avLst>
              <a:gd name="adj" fmla="val 6667"/>
            </a:avLst>
          </a:prstGeom>
          <a:solidFill>
            <a:srgbClr val="244B8A"/>
          </a:solidFill>
          <a:ln w="25400">
            <a:solidFill>
              <a:srgbClr val="FFFFFF"/>
            </a:solidFill>
            <a:prstDash val="solid"/>
          </a:ln>
        </p:spPr>
      </p:sp>
      <p:sp>
        <p:nvSpPr>
          <p:cNvPr id="25" name="Shape 23"/>
          <p:cNvSpPr/>
          <p:nvPr/>
        </p:nvSpPr>
        <p:spPr>
          <a:xfrm>
            <a:off x="10561320" y="2926080"/>
            <a:ext cx="411480" cy="411480"/>
          </a:xfrm>
          <a:prstGeom prst="ellipse">
            <a:avLst/>
          </a:prstGeom>
          <a:solidFill>
            <a:srgbClr val="FFFFFF"/>
          </a:solidFill>
          <a:ln/>
        </p:spPr>
      </p:sp>
      <p:sp>
        <p:nvSpPr>
          <p:cNvPr id="26" name="Text 24"/>
          <p:cNvSpPr txBox="1"/>
          <p:nvPr/>
        </p:nvSpPr>
        <p:spPr>
          <a:xfrm>
            <a:off x="10561320" y="2926080"/>
            <a:ext cx="411480" cy="411480"/>
          </a:xfrm>
          <a:prstGeom prst="rect">
            <a:avLst/>
          </a:prstGeom>
          <a:noFill/>
          <a:ln/>
        </p:spPr>
        <p:txBody>
          <a:bodyPr wrap="square" lIns="0" tIns="0" rIns="0" bIns="0" rtlCol="0" anchor="ctr"/>
          <a:lstStyle/>
          <a:p>
            <a:pPr marL="0" indent="0" algn="ctr">
              <a:buNone/>
            </a:pPr>
            <a:r>
              <a:rPr lang="en-US" sz="1400" b="1" dirty="0">
                <a:solidFill>
                  <a:srgbClr val="1E407A"/>
                </a:solidFill>
                <a:latin typeface="Poppins" pitchFamily="34" charset="0"/>
                <a:ea typeface="Poppins" pitchFamily="34" charset="-122"/>
                <a:cs typeface="Poppins" pitchFamily="34" charset="-120"/>
              </a:rPr>
              <a:t>5</a:t>
            </a:r>
            <a:endParaRPr lang="en-US" sz="1400" dirty="0"/>
          </a:p>
        </p:txBody>
      </p:sp>
      <p:sp>
        <p:nvSpPr>
          <p:cNvPr id="27" name="Text 25"/>
          <p:cNvSpPr txBox="1"/>
          <p:nvPr/>
        </p:nvSpPr>
        <p:spPr>
          <a:xfrm>
            <a:off x="9875520" y="3474720"/>
            <a:ext cx="1783080" cy="822960"/>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Poppins" pitchFamily="34" charset="0"/>
                <a:ea typeface="Poppins" pitchFamily="34" charset="-122"/>
                <a:cs typeface="Poppins" pitchFamily="34" charset="-120"/>
              </a:rPr>
              <a:t>Leader merges</a:t>
            </a:r>
            <a:endParaRPr lang="en-US" sz="1300" dirty="0"/>
          </a:p>
        </p:txBody>
      </p:sp>
      <p:sp>
        <p:nvSpPr>
          <p:cNvPr id="28" name="Text 26"/>
          <p:cNvSpPr txBox="1"/>
          <p:nvPr/>
        </p:nvSpPr>
        <p:spPr>
          <a:xfrm>
            <a:off x="640080" y="4937760"/>
            <a:ext cx="10972800" cy="731520"/>
          </a:xfrm>
          <a:prstGeom prst="rect">
            <a:avLst/>
          </a:prstGeom>
          <a:noFill/>
          <a:ln/>
        </p:spPr>
        <p:txBody>
          <a:bodyPr wrap="square" lIns="0" tIns="0" rIns="0" bIns="0" rtlCol="0" anchor="ctr"/>
          <a:lstStyle/>
          <a:p>
            <a:pPr marL="0" indent="0" algn="ctr">
              <a:lnSpc>
                <a:spcPct val="120000"/>
              </a:lnSpc>
              <a:buNone/>
            </a:pPr>
            <a:r>
              <a:rPr lang="en-US" sz="1400" dirty="0">
                <a:solidFill>
                  <a:srgbClr val="CDD8EA"/>
                </a:solidFill>
                <a:latin typeface="Poppins" pitchFamily="34" charset="0"/>
                <a:ea typeface="Poppins" pitchFamily="34" charset="-122"/>
                <a:cs typeface="Poppins" pitchFamily="34" charset="-120"/>
              </a:rPr>
              <a:t>Get everyone's latest work  →  work safely on your own branch  →  save and upload  →  ask to merge  →  leader checks and adds it to the site.</a:t>
            </a:r>
            <a:endParaRPr lang="en-US" sz="1400" dirty="0"/>
          </a:p>
        </p:txBody>
      </p:sp>
      <p:sp>
        <p:nvSpPr>
          <p:cNvPr id="29" name="Text 27"/>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30" name="Text 28"/>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BRANCHES</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Who works where</a:t>
            </a:r>
            <a:endParaRPr lang="en-US" sz="3300" dirty="0"/>
          </a:p>
        </p:txBody>
      </p:sp>
      <p:sp>
        <p:nvSpPr>
          <p:cNvPr id="4" name="Text 2"/>
          <p:cNvSpPr txBox="1"/>
          <p:nvPr/>
        </p:nvSpPr>
        <p:spPr>
          <a:xfrm>
            <a:off x="640080" y="1737360"/>
            <a:ext cx="10789920" cy="822960"/>
          </a:xfrm>
          <a:prstGeom prst="rect">
            <a:avLst/>
          </a:prstGeom>
          <a:noFill/>
          <a:ln/>
        </p:spPr>
        <p:txBody>
          <a:bodyPr wrap="square" lIns="0" tIns="0" rIns="0" bIns="0" rtlCol="0" anchor="ctr"/>
          <a:lstStyle/>
          <a:p>
            <a:pPr marL="0" indent="0">
              <a:lnSpc>
                <a:spcPct val="115000"/>
              </a:lnSpc>
              <a:buNone/>
            </a:pPr>
            <a:r>
              <a:rPr lang="en-US" sz="1500" dirty="0">
                <a:solidFill>
                  <a:srgbClr val="1C1C1C"/>
                </a:solidFill>
                <a:latin typeface="Poppins" pitchFamily="34" charset="0"/>
                <a:ea typeface="Poppins" pitchFamily="34" charset="-122"/>
                <a:cs typeface="Poppins" pitchFamily="34" charset="-120"/>
              </a:rPr>
              <a:t>main = the clean, always-working website. Nobody edits it directly, not even the leader. Everyone works on their own branch, a safe personal copy.</a:t>
            </a:r>
            <a:endParaRPr lang="en-US" sz="1500" dirty="0"/>
          </a:p>
        </p:txBody>
      </p:sp>
      <p:sp>
        <p:nvSpPr>
          <p:cNvPr id="5" name="Shape 3"/>
          <p:cNvSpPr/>
          <p:nvPr/>
        </p:nvSpPr>
        <p:spPr>
          <a:xfrm>
            <a:off x="914400" y="3200400"/>
            <a:ext cx="10241280" cy="0"/>
          </a:xfrm>
          <a:prstGeom prst="line">
            <a:avLst/>
          </a:prstGeom>
          <a:noFill/>
          <a:ln w="50800">
            <a:solidFill>
              <a:srgbClr val="1E407A"/>
            </a:solidFill>
            <a:prstDash val="solid"/>
          </a:ln>
        </p:spPr>
      </p:sp>
      <p:sp>
        <p:nvSpPr>
          <p:cNvPr id="6" name="Text 4"/>
          <p:cNvSpPr txBox="1"/>
          <p:nvPr/>
        </p:nvSpPr>
        <p:spPr>
          <a:xfrm>
            <a:off x="914400" y="2788920"/>
            <a:ext cx="1097280" cy="320040"/>
          </a:xfrm>
          <a:prstGeom prst="rect">
            <a:avLst/>
          </a:prstGeom>
          <a:noFill/>
          <a:ln/>
        </p:spPr>
        <p:txBody>
          <a:bodyPr wrap="square" lIns="0" tIns="0" rIns="0" bIns="0" rtlCol="0" anchor="ctr"/>
          <a:lstStyle/>
          <a:p>
            <a:pPr marL="0" indent="0">
              <a:buNone/>
            </a:pPr>
            <a:r>
              <a:rPr lang="en-US" sz="1300" b="1" dirty="0">
                <a:solidFill>
                  <a:srgbClr val="1E407A"/>
                </a:solidFill>
                <a:latin typeface="Poppins" pitchFamily="34" charset="0"/>
                <a:ea typeface="Poppins" pitchFamily="34" charset="-122"/>
                <a:cs typeface="Poppins" pitchFamily="34" charset="-120"/>
              </a:rPr>
              <a:t>main</a:t>
            </a:r>
            <a:endParaRPr lang="en-US" sz="1300" dirty="0"/>
          </a:p>
        </p:txBody>
      </p:sp>
      <p:sp>
        <p:nvSpPr>
          <p:cNvPr id="7" name="Shape 5"/>
          <p:cNvSpPr/>
          <p:nvPr/>
        </p:nvSpPr>
        <p:spPr>
          <a:xfrm>
            <a:off x="1280160" y="3200400"/>
            <a:ext cx="548640" cy="914400"/>
          </a:xfrm>
          <a:prstGeom prst="line">
            <a:avLst/>
          </a:prstGeom>
          <a:noFill/>
          <a:ln w="31750">
            <a:solidFill>
              <a:srgbClr val="E990B9"/>
            </a:solidFill>
            <a:prstDash val="solid"/>
          </a:ln>
        </p:spPr>
      </p:sp>
      <p:sp>
        <p:nvSpPr>
          <p:cNvPr id="8" name="Shape 6"/>
          <p:cNvSpPr/>
          <p:nvPr/>
        </p:nvSpPr>
        <p:spPr>
          <a:xfrm>
            <a:off x="1554480" y="4114800"/>
            <a:ext cx="2331720" cy="1371600"/>
          </a:xfrm>
          <a:prstGeom prst="roundRect">
            <a:avLst>
              <a:gd name="adj" fmla="val 8000"/>
            </a:avLst>
          </a:prstGeom>
          <a:solidFill>
            <a:srgbClr val="FFFFFF"/>
          </a:solidFill>
          <a:ln w="12700">
            <a:solidFill>
              <a:srgbClr val="E990B9"/>
            </a:solidFill>
            <a:prstDash val="solid"/>
          </a:ln>
          <a:effectLst>
            <a:outerShdw blurRad="127000" dist="38100" dir="5400000" algn="bl" rotWithShape="0">
              <a:srgbClr val="1E407A">
                <a:alpha val="10000"/>
              </a:srgbClr>
            </a:outerShdw>
          </a:effectLst>
        </p:spPr>
      </p:sp>
      <p:sp>
        <p:nvSpPr>
          <p:cNvPr id="9" name="Shape 7"/>
          <p:cNvSpPr/>
          <p:nvPr/>
        </p:nvSpPr>
        <p:spPr>
          <a:xfrm>
            <a:off x="1554480" y="4114800"/>
            <a:ext cx="2331720" cy="109728"/>
          </a:xfrm>
          <a:prstGeom prst="rect">
            <a:avLst/>
          </a:prstGeom>
          <a:solidFill>
            <a:srgbClr val="E990B9"/>
          </a:solidFill>
          <a:ln/>
        </p:spPr>
      </p:sp>
      <p:sp>
        <p:nvSpPr>
          <p:cNvPr id="10" name="Text 8"/>
          <p:cNvSpPr txBox="1"/>
          <p:nvPr/>
        </p:nvSpPr>
        <p:spPr>
          <a:xfrm>
            <a:off x="1691640" y="4297680"/>
            <a:ext cx="2103120" cy="365760"/>
          </a:xfrm>
          <a:prstGeom prst="rect">
            <a:avLst/>
          </a:prstGeom>
          <a:noFill/>
          <a:ln/>
        </p:spPr>
        <p:txBody>
          <a:bodyPr wrap="square" lIns="0" tIns="0" rIns="0" bIns="0" rtlCol="0" anchor="ctr"/>
          <a:lstStyle/>
          <a:p>
            <a:pPr marL="0" indent="0">
              <a:buNone/>
            </a:pPr>
            <a:r>
              <a:rPr lang="en-US" sz="1400" b="1" dirty="0">
                <a:solidFill>
                  <a:srgbClr val="1C1C1C"/>
                </a:solidFill>
                <a:latin typeface="Poppins" pitchFamily="34" charset="0"/>
                <a:ea typeface="Poppins" pitchFamily="34" charset="-122"/>
                <a:cs typeface="Poppins" pitchFamily="34" charset="-120"/>
              </a:rPr>
              <a:t>Hunain</a:t>
            </a:r>
            <a:endParaRPr lang="en-US" sz="1400" dirty="0"/>
          </a:p>
        </p:txBody>
      </p:sp>
      <p:sp>
        <p:nvSpPr>
          <p:cNvPr id="11" name="Text 9"/>
          <p:cNvSpPr txBox="1"/>
          <p:nvPr/>
        </p:nvSpPr>
        <p:spPr>
          <a:xfrm>
            <a:off x="1691640" y="4709160"/>
            <a:ext cx="2103120" cy="640080"/>
          </a:xfrm>
          <a:prstGeom prst="rect">
            <a:avLst/>
          </a:prstGeom>
          <a:noFill/>
          <a:ln/>
        </p:spPr>
        <p:txBody>
          <a:bodyPr wrap="square" lIns="0" tIns="0" rIns="0" bIns="0" rtlCol="0" anchor="ctr"/>
          <a:lstStyle/>
          <a:p>
            <a:pPr>
              <a:lnSpc>
                <a:spcPct val="110000"/>
              </a:lnSpc>
            </a:pPr>
            <a:r>
              <a:rPr lang="en-US" sz="1100" dirty="0">
                <a:solidFill>
                  <a:srgbClr val="6B6B6B"/>
                </a:solidFill>
                <a:latin typeface="Poppins"/>
                <a:ea typeface="Poppins" pitchFamily="34" charset="-122"/>
                <a:cs typeface="Poppins"/>
              </a:rPr>
              <a:t>Example :</a:t>
            </a:r>
            <a:endParaRPr lang="en-US" sz="1100" dirty="0">
              <a:solidFill>
                <a:srgbClr val="000000"/>
              </a:solidFill>
              <a:latin typeface="Poppins"/>
              <a:ea typeface="Poppins" pitchFamily="34" charset="-122"/>
              <a:cs typeface="Poppins"/>
            </a:endParaRPr>
          </a:p>
          <a:p>
            <a:pPr>
              <a:lnSpc>
                <a:spcPct val="110000"/>
              </a:lnSpc>
            </a:pPr>
            <a:r>
              <a:rPr lang="en-US" sz="1100" dirty="0">
                <a:solidFill>
                  <a:srgbClr val="6B6B6B"/>
                </a:solidFill>
                <a:latin typeface="Poppins"/>
                <a:ea typeface="Poppins" pitchFamily="34" charset="-122"/>
                <a:cs typeface="Poppins"/>
              </a:rPr>
              <a:t>Home + header/footer</a:t>
            </a:r>
            <a:endParaRPr lang="en-US" sz="1100" dirty="0">
              <a:latin typeface="Poppins"/>
              <a:cs typeface="Poppins"/>
            </a:endParaRPr>
          </a:p>
        </p:txBody>
      </p:sp>
      <p:sp>
        <p:nvSpPr>
          <p:cNvPr id="12" name="Shape 10"/>
          <p:cNvSpPr/>
          <p:nvPr/>
        </p:nvSpPr>
        <p:spPr>
          <a:xfrm>
            <a:off x="3886200" y="3200400"/>
            <a:ext cx="548640" cy="914400"/>
          </a:xfrm>
          <a:prstGeom prst="line">
            <a:avLst/>
          </a:prstGeom>
          <a:noFill/>
          <a:ln w="31750">
            <a:solidFill>
              <a:srgbClr val="FECD3E"/>
            </a:solidFill>
            <a:prstDash val="solid"/>
          </a:ln>
        </p:spPr>
      </p:sp>
      <p:sp>
        <p:nvSpPr>
          <p:cNvPr id="13" name="Shape 11"/>
          <p:cNvSpPr/>
          <p:nvPr/>
        </p:nvSpPr>
        <p:spPr>
          <a:xfrm>
            <a:off x="4160520" y="4114800"/>
            <a:ext cx="2331720" cy="1371600"/>
          </a:xfrm>
          <a:prstGeom prst="roundRect">
            <a:avLst>
              <a:gd name="adj" fmla="val 8000"/>
            </a:avLst>
          </a:prstGeom>
          <a:solidFill>
            <a:srgbClr val="FFFFFF"/>
          </a:solidFill>
          <a:ln w="12700">
            <a:solidFill>
              <a:srgbClr val="FECD3E"/>
            </a:solidFill>
            <a:prstDash val="solid"/>
          </a:ln>
          <a:effectLst>
            <a:outerShdw blurRad="127000" dist="38100" dir="5400000" algn="bl" rotWithShape="0">
              <a:srgbClr val="1E407A">
                <a:alpha val="10000"/>
              </a:srgbClr>
            </a:outerShdw>
          </a:effectLst>
        </p:spPr>
      </p:sp>
      <p:sp>
        <p:nvSpPr>
          <p:cNvPr id="14" name="Shape 12"/>
          <p:cNvSpPr/>
          <p:nvPr/>
        </p:nvSpPr>
        <p:spPr>
          <a:xfrm>
            <a:off x="4160520" y="4114800"/>
            <a:ext cx="2331720" cy="109728"/>
          </a:xfrm>
          <a:prstGeom prst="rect">
            <a:avLst/>
          </a:prstGeom>
          <a:solidFill>
            <a:srgbClr val="FECD3E"/>
          </a:solidFill>
          <a:ln/>
        </p:spPr>
      </p:sp>
      <p:sp>
        <p:nvSpPr>
          <p:cNvPr id="15" name="Text 13"/>
          <p:cNvSpPr txBox="1"/>
          <p:nvPr/>
        </p:nvSpPr>
        <p:spPr>
          <a:xfrm>
            <a:off x="4297680" y="4297680"/>
            <a:ext cx="2103120" cy="365760"/>
          </a:xfrm>
          <a:prstGeom prst="rect">
            <a:avLst/>
          </a:prstGeom>
          <a:noFill/>
          <a:ln/>
        </p:spPr>
        <p:txBody>
          <a:bodyPr wrap="square" lIns="0" tIns="0" rIns="0" bIns="0" rtlCol="0" anchor="ctr"/>
          <a:lstStyle/>
          <a:p>
            <a:pPr marL="0" indent="0">
              <a:buNone/>
            </a:pPr>
            <a:r>
              <a:rPr lang="en-US" sz="1400" b="1" dirty="0">
                <a:solidFill>
                  <a:srgbClr val="1C1C1C"/>
                </a:solidFill>
                <a:latin typeface="Poppins" pitchFamily="34" charset="0"/>
                <a:ea typeface="Poppins" pitchFamily="34" charset="-122"/>
                <a:cs typeface="Poppins" pitchFamily="34" charset="-120"/>
              </a:rPr>
              <a:t>Rachel</a:t>
            </a:r>
            <a:endParaRPr lang="en-US" sz="1400" dirty="0"/>
          </a:p>
        </p:txBody>
      </p:sp>
      <p:sp>
        <p:nvSpPr>
          <p:cNvPr id="16" name="Text 14"/>
          <p:cNvSpPr txBox="1"/>
          <p:nvPr/>
        </p:nvSpPr>
        <p:spPr>
          <a:xfrm>
            <a:off x="4297680" y="4709160"/>
            <a:ext cx="2103120" cy="640080"/>
          </a:xfrm>
          <a:prstGeom prst="rect">
            <a:avLst/>
          </a:prstGeom>
          <a:noFill/>
          <a:ln/>
        </p:spPr>
        <p:txBody>
          <a:bodyPr wrap="square" lIns="0" tIns="0" rIns="0" bIns="0" rtlCol="0" anchor="ctr"/>
          <a:lstStyle/>
          <a:p>
            <a:pPr>
              <a:lnSpc>
                <a:spcPct val="110000"/>
              </a:lnSpc>
            </a:pPr>
            <a:r>
              <a:rPr lang="en-US" sz="1100" dirty="0">
                <a:solidFill>
                  <a:srgbClr val="6B6B6B"/>
                </a:solidFill>
                <a:latin typeface="Poppins"/>
                <a:ea typeface="Poppins" pitchFamily="34" charset="-122"/>
                <a:cs typeface="Poppins"/>
              </a:rPr>
              <a:t>Example: </a:t>
            </a:r>
            <a:endParaRPr lang="en-US" sz="1100" dirty="0">
              <a:solidFill>
                <a:srgbClr val="000000"/>
              </a:solidFill>
              <a:latin typeface="Poppins"/>
              <a:ea typeface="Poppins" pitchFamily="34" charset="-122"/>
              <a:cs typeface="Poppins"/>
            </a:endParaRPr>
          </a:p>
          <a:p>
            <a:pPr marL="0" indent="0">
              <a:lnSpc>
                <a:spcPct val="110000"/>
              </a:lnSpc>
              <a:buNone/>
            </a:pPr>
            <a:r>
              <a:rPr lang="en-US" sz="1100" dirty="0">
                <a:solidFill>
                  <a:srgbClr val="6B6B6B"/>
                </a:solidFill>
                <a:latin typeface="Poppins"/>
                <a:ea typeface="Poppins" pitchFamily="34" charset="-122"/>
                <a:cs typeface="Poppins"/>
              </a:rPr>
              <a:t>Collections + Product</a:t>
            </a:r>
            <a:endParaRPr lang="en-US" sz="1100" dirty="0">
              <a:latin typeface="Poppins"/>
              <a:cs typeface="Poppins"/>
            </a:endParaRPr>
          </a:p>
        </p:txBody>
      </p:sp>
      <p:sp>
        <p:nvSpPr>
          <p:cNvPr id="17" name="Shape 15"/>
          <p:cNvSpPr/>
          <p:nvPr/>
        </p:nvSpPr>
        <p:spPr>
          <a:xfrm>
            <a:off x="6492240" y="3200400"/>
            <a:ext cx="548640" cy="914400"/>
          </a:xfrm>
          <a:prstGeom prst="line">
            <a:avLst/>
          </a:prstGeom>
          <a:noFill/>
          <a:ln w="31750">
            <a:solidFill>
              <a:srgbClr val="51B2A2"/>
            </a:solidFill>
            <a:prstDash val="solid"/>
          </a:ln>
        </p:spPr>
      </p:sp>
      <p:sp>
        <p:nvSpPr>
          <p:cNvPr id="18" name="Shape 16"/>
          <p:cNvSpPr/>
          <p:nvPr/>
        </p:nvSpPr>
        <p:spPr>
          <a:xfrm>
            <a:off x="6766560" y="4114800"/>
            <a:ext cx="2331720" cy="1371600"/>
          </a:xfrm>
          <a:prstGeom prst="roundRect">
            <a:avLst>
              <a:gd name="adj" fmla="val 8000"/>
            </a:avLst>
          </a:prstGeom>
          <a:solidFill>
            <a:srgbClr val="FFFFFF"/>
          </a:solidFill>
          <a:ln w="12700">
            <a:solidFill>
              <a:srgbClr val="51B2A2"/>
            </a:solidFill>
            <a:prstDash val="solid"/>
          </a:ln>
          <a:effectLst>
            <a:outerShdw blurRad="127000" dist="38100" dir="5400000" algn="bl" rotWithShape="0">
              <a:srgbClr val="1E407A">
                <a:alpha val="10000"/>
              </a:srgbClr>
            </a:outerShdw>
          </a:effectLst>
        </p:spPr>
      </p:sp>
      <p:sp>
        <p:nvSpPr>
          <p:cNvPr id="19" name="Shape 17"/>
          <p:cNvSpPr/>
          <p:nvPr/>
        </p:nvSpPr>
        <p:spPr>
          <a:xfrm>
            <a:off x="6766560" y="4114800"/>
            <a:ext cx="2331720" cy="109728"/>
          </a:xfrm>
          <a:prstGeom prst="rect">
            <a:avLst/>
          </a:prstGeom>
          <a:solidFill>
            <a:srgbClr val="51B2A2"/>
          </a:solidFill>
          <a:ln/>
        </p:spPr>
      </p:sp>
      <p:sp>
        <p:nvSpPr>
          <p:cNvPr id="20" name="Text 18"/>
          <p:cNvSpPr txBox="1"/>
          <p:nvPr/>
        </p:nvSpPr>
        <p:spPr>
          <a:xfrm>
            <a:off x="6903720" y="4297680"/>
            <a:ext cx="2103120" cy="365760"/>
          </a:xfrm>
          <a:prstGeom prst="rect">
            <a:avLst/>
          </a:prstGeom>
          <a:noFill/>
          <a:ln/>
        </p:spPr>
        <p:txBody>
          <a:bodyPr wrap="square" lIns="0" tIns="0" rIns="0" bIns="0" rtlCol="0" anchor="ctr"/>
          <a:lstStyle/>
          <a:p>
            <a:pPr marL="0" indent="0">
              <a:buNone/>
            </a:pPr>
            <a:r>
              <a:rPr lang="en-US" sz="1400" b="1" dirty="0">
                <a:solidFill>
                  <a:srgbClr val="1C1C1C"/>
                </a:solidFill>
                <a:latin typeface="Poppins" pitchFamily="34" charset="0"/>
                <a:ea typeface="Poppins" pitchFamily="34" charset="-122"/>
                <a:cs typeface="Poppins" pitchFamily="34" charset="-120"/>
              </a:rPr>
              <a:t>Noah</a:t>
            </a:r>
            <a:endParaRPr lang="en-US" sz="1400" dirty="0"/>
          </a:p>
        </p:txBody>
      </p:sp>
      <p:sp>
        <p:nvSpPr>
          <p:cNvPr id="21" name="Text 19"/>
          <p:cNvSpPr txBox="1"/>
          <p:nvPr/>
        </p:nvSpPr>
        <p:spPr>
          <a:xfrm>
            <a:off x="6903720" y="4709160"/>
            <a:ext cx="2103120" cy="640080"/>
          </a:xfrm>
          <a:prstGeom prst="rect">
            <a:avLst/>
          </a:prstGeom>
          <a:noFill/>
          <a:ln/>
        </p:spPr>
        <p:txBody>
          <a:bodyPr wrap="square" lIns="0" tIns="0" rIns="0" bIns="0" rtlCol="0" anchor="ctr"/>
          <a:lstStyle/>
          <a:p>
            <a:pPr>
              <a:lnSpc>
                <a:spcPct val="110000"/>
              </a:lnSpc>
            </a:pPr>
            <a:r>
              <a:rPr lang="en-US" sz="1100" dirty="0">
                <a:solidFill>
                  <a:srgbClr val="6B6B6B"/>
                </a:solidFill>
                <a:latin typeface="Poppins"/>
                <a:ea typeface="Poppins" pitchFamily="34" charset="-122"/>
                <a:cs typeface="Poppins"/>
              </a:rPr>
              <a:t>Example :</a:t>
            </a:r>
            <a:endParaRPr lang="en-US" sz="1100" dirty="0">
              <a:solidFill>
                <a:srgbClr val="000000"/>
              </a:solidFill>
              <a:latin typeface="Poppins"/>
              <a:ea typeface="Poppins" pitchFamily="34" charset="-122"/>
              <a:cs typeface="Poppins"/>
            </a:endParaRPr>
          </a:p>
          <a:p>
            <a:pPr>
              <a:lnSpc>
                <a:spcPct val="110000"/>
              </a:lnSpc>
            </a:pPr>
            <a:r>
              <a:rPr lang="en-US" sz="1100" dirty="0">
                <a:solidFill>
                  <a:srgbClr val="6B6B6B"/>
                </a:solidFill>
                <a:latin typeface="Poppins"/>
                <a:ea typeface="Poppins" pitchFamily="34" charset="-122"/>
                <a:cs typeface="Poppins"/>
              </a:rPr>
              <a:t>About + Sustainability</a:t>
            </a:r>
            <a:endParaRPr lang="en-US" sz="1100">
              <a:latin typeface="Poppins"/>
              <a:cs typeface="Poppins"/>
            </a:endParaRPr>
          </a:p>
        </p:txBody>
      </p:sp>
      <p:sp>
        <p:nvSpPr>
          <p:cNvPr id="22" name="Shape 20"/>
          <p:cNvSpPr/>
          <p:nvPr/>
        </p:nvSpPr>
        <p:spPr>
          <a:xfrm>
            <a:off x="9098280" y="3200400"/>
            <a:ext cx="548640" cy="914400"/>
          </a:xfrm>
          <a:prstGeom prst="line">
            <a:avLst/>
          </a:prstGeom>
          <a:noFill/>
          <a:ln w="31750">
            <a:solidFill>
              <a:srgbClr val="F15B39"/>
            </a:solidFill>
            <a:prstDash val="solid"/>
          </a:ln>
        </p:spPr>
      </p:sp>
      <p:sp>
        <p:nvSpPr>
          <p:cNvPr id="23" name="Shape 21"/>
          <p:cNvSpPr/>
          <p:nvPr/>
        </p:nvSpPr>
        <p:spPr>
          <a:xfrm>
            <a:off x="9372600" y="4114800"/>
            <a:ext cx="2331720" cy="1371600"/>
          </a:xfrm>
          <a:prstGeom prst="roundRect">
            <a:avLst>
              <a:gd name="adj" fmla="val 8000"/>
            </a:avLst>
          </a:prstGeom>
          <a:solidFill>
            <a:srgbClr val="FFFFFF"/>
          </a:solidFill>
          <a:ln w="12700">
            <a:solidFill>
              <a:srgbClr val="F15B39"/>
            </a:solidFill>
            <a:prstDash val="solid"/>
          </a:ln>
          <a:effectLst>
            <a:outerShdw blurRad="127000" dist="38100" dir="5400000" algn="bl" rotWithShape="0">
              <a:srgbClr val="1E407A">
                <a:alpha val="10000"/>
              </a:srgbClr>
            </a:outerShdw>
          </a:effectLst>
        </p:spPr>
      </p:sp>
      <p:sp>
        <p:nvSpPr>
          <p:cNvPr id="24" name="Shape 22"/>
          <p:cNvSpPr/>
          <p:nvPr/>
        </p:nvSpPr>
        <p:spPr>
          <a:xfrm>
            <a:off x="9372600" y="4114800"/>
            <a:ext cx="2331720" cy="109728"/>
          </a:xfrm>
          <a:prstGeom prst="rect">
            <a:avLst/>
          </a:prstGeom>
          <a:solidFill>
            <a:srgbClr val="F15B39"/>
          </a:solidFill>
          <a:ln/>
        </p:spPr>
      </p:sp>
      <p:sp>
        <p:nvSpPr>
          <p:cNvPr id="25" name="Text 23"/>
          <p:cNvSpPr txBox="1"/>
          <p:nvPr/>
        </p:nvSpPr>
        <p:spPr>
          <a:xfrm>
            <a:off x="9509760" y="4297680"/>
            <a:ext cx="2103120" cy="365760"/>
          </a:xfrm>
          <a:prstGeom prst="rect">
            <a:avLst/>
          </a:prstGeom>
          <a:noFill/>
          <a:ln/>
        </p:spPr>
        <p:txBody>
          <a:bodyPr wrap="square" lIns="0" tIns="0" rIns="0" bIns="0" rtlCol="0" anchor="ctr"/>
          <a:lstStyle/>
          <a:p>
            <a:pPr marL="0" indent="0">
              <a:buNone/>
            </a:pPr>
            <a:r>
              <a:rPr lang="en-US" sz="1400" b="1" dirty="0">
                <a:solidFill>
                  <a:srgbClr val="1C1C1C"/>
                </a:solidFill>
                <a:latin typeface="Poppins" pitchFamily="34" charset="0"/>
                <a:ea typeface="Poppins" pitchFamily="34" charset="-122"/>
                <a:cs typeface="Poppins" pitchFamily="34" charset="-120"/>
              </a:rPr>
              <a:t>Lakshay</a:t>
            </a:r>
            <a:endParaRPr lang="en-US" sz="1400" dirty="0"/>
          </a:p>
        </p:txBody>
      </p:sp>
      <p:sp>
        <p:nvSpPr>
          <p:cNvPr id="26" name="Text 24"/>
          <p:cNvSpPr txBox="1"/>
          <p:nvPr/>
        </p:nvSpPr>
        <p:spPr>
          <a:xfrm>
            <a:off x="9509760" y="4709160"/>
            <a:ext cx="2103120" cy="640080"/>
          </a:xfrm>
          <a:prstGeom prst="rect">
            <a:avLst/>
          </a:prstGeom>
          <a:noFill/>
          <a:ln/>
        </p:spPr>
        <p:txBody>
          <a:bodyPr wrap="square" lIns="0" tIns="0" rIns="0" bIns="0" rtlCol="0" anchor="ctr"/>
          <a:lstStyle/>
          <a:p>
            <a:pPr>
              <a:lnSpc>
                <a:spcPct val="110000"/>
              </a:lnSpc>
            </a:pPr>
            <a:r>
              <a:rPr lang="en-US" sz="1100" dirty="0">
                <a:solidFill>
                  <a:srgbClr val="6B6B6B"/>
                </a:solidFill>
                <a:latin typeface="Poppins"/>
                <a:ea typeface="Calibri"/>
                <a:cs typeface="Poppins"/>
              </a:rPr>
              <a:t>Example:</a:t>
            </a:r>
            <a:endParaRPr lang="en-US" sz="1100" dirty="0">
              <a:solidFill>
                <a:srgbClr val="000000"/>
              </a:solidFill>
              <a:latin typeface="Poppins"/>
              <a:ea typeface="Calibri"/>
              <a:cs typeface="Calibri"/>
            </a:endParaRPr>
          </a:p>
          <a:p>
            <a:pPr marL="0" indent="0">
              <a:lnSpc>
                <a:spcPct val="110000"/>
              </a:lnSpc>
              <a:buNone/>
            </a:pPr>
            <a:r>
              <a:rPr lang="en-US" sz="1100" dirty="0">
                <a:solidFill>
                  <a:srgbClr val="6B6B6B"/>
                </a:solidFill>
                <a:latin typeface="Poppins"/>
                <a:ea typeface="Poppins" pitchFamily="34" charset="-122"/>
                <a:cs typeface="Poppins"/>
              </a:rPr>
              <a:t>Contact + FAQ</a:t>
            </a:r>
            <a:endParaRPr lang="en-US" sz="1100" dirty="0">
              <a:latin typeface="Poppins"/>
              <a:ea typeface="Calibri"/>
              <a:cs typeface="Calibri"/>
            </a:endParaRPr>
          </a:p>
        </p:txBody>
      </p:sp>
      <p:sp>
        <p:nvSpPr>
          <p:cNvPr id="27" name="Text 25"/>
          <p:cNvSpPr txBox="1"/>
          <p:nvPr/>
        </p:nvSpPr>
        <p:spPr>
          <a:xfrm>
            <a:off x="640080" y="5760720"/>
            <a:ext cx="10789920" cy="457200"/>
          </a:xfrm>
          <a:prstGeom prst="rect">
            <a:avLst/>
          </a:prstGeom>
          <a:noFill/>
          <a:ln/>
        </p:spPr>
        <p:txBody>
          <a:bodyPr wrap="square" lIns="0" tIns="0" rIns="0" bIns="0" rtlCol="0" anchor="ctr"/>
          <a:lstStyle/>
          <a:p>
            <a:pPr marL="0" indent="0">
              <a:buNone/>
            </a:pPr>
            <a:r>
              <a:rPr lang="en-US" sz="1300" i="1" dirty="0">
                <a:solidFill>
                  <a:srgbClr val="6B6B6B"/>
                </a:solidFill>
                <a:latin typeface="Poppins" pitchFamily="34" charset="0"/>
                <a:ea typeface="Poppins" pitchFamily="34" charset="-122"/>
                <a:cs typeface="Poppins" pitchFamily="34" charset="-120"/>
              </a:rPr>
              <a:t>Your part is your safe space, you can't break anyone else's work. (Split is a draft, we confirm it together.)</a:t>
            </a:r>
            <a:endParaRPr lang="en-US" sz="1300" dirty="0"/>
          </a:p>
        </p:txBody>
      </p:sp>
      <p:sp>
        <p:nvSpPr>
          <p:cNvPr id="28" name="Text 26"/>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29" name="Text 27"/>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BRANCHES</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Name your branch after yourself</a:t>
            </a:r>
            <a:endParaRPr lang="en-US" sz="3300" dirty="0"/>
          </a:p>
        </p:txBody>
      </p:sp>
      <p:sp>
        <p:nvSpPr>
          <p:cNvPr id="4" name="Text 2"/>
          <p:cNvSpPr txBox="1"/>
          <p:nvPr/>
        </p:nvSpPr>
        <p:spPr>
          <a:xfrm>
            <a:off x="640080" y="1783080"/>
            <a:ext cx="10515600" cy="822960"/>
          </a:xfrm>
          <a:prstGeom prst="rect">
            <a:avLst/>
          </a:prstGeom>
          <a:noFill/>
          <a:ln/>
        </p:spPr>
        <p:txBody>
          <a:bodyPr wrap="square" lIns="0" tIns="0" rIns="0" bIns="0" rtlCol="0" anchor="ctr"/>
          <a:lstStyle/>
          <a:p>
            <a:pPr marL="0" indent="0">
              <a:lnSpc>
                <a:spcPct val="115000"/>
              </a:lnSpc>
              <a:buNone/>
            </a:pPr>
            <a:r>
              <a:rPr lang="en-US" sz="1600" dirty="0">
                <a:solidFill>
                  <a:srgbClr val="1C1C1C"/>
                </a:solidFill>
                <a:latin typeface="Poppins" pitchFamily="34" charset="0"/>
                <a:ea typeface="Poppins" pitchFamily="34" charset="-122"/>
                <a:cs typeface="Poppins" pitchFamily="34" charset="-120"/>
              </a:rPr>
              <a:t>Each person makes ONE branch with their own name and does all their work there. That way we always know who did what.</a:t>
            </a:r>
            <a:endParaRPr lang="en-US" sz="1600" dirty="0"/>
          </a:p>
        </p:txBody>
      </p:sp>
      <p:sp>
        <p:nvSpPr>
          <p:cNvPr id="5" name="Shape 3"/>
          <p:cNvSpPr/>
          <p:nvPr/>
        </p:nvSpPr>
        <p:spPr>
          <a:xfrm>
            <a:off x="822960" y="3017520"/>
            <a:ext cx="2377440" cy="731520"/>
          </a:xfrm>
          <a:prstGeom prst="roundRect">
            <a:avLst>
              <a:gd name="adj" fmla="val 50000"/>
            </a:avLst>
          </a:prstGeom>
          <a:solidFill>
            <a:srgbClr val="EEF2F8"/>
          </a:solidFill>
          <a:ln w="19050">
            <a:solidFill>
              <a:srgbClr val="1E407A"/>
            </a:solidFill>
            <a:prstDash val="solid"/>
          </a:ln>
        </p:spPr>
      </p:sp>
      <p:sp>
        <p:nvSpPr>
          <p:cNvPr id="6" name="Text 4"/>
          <p:cNvSpPr txBox="1"/>
          <p:nvPr/>
        </p:nvSpPr>
        <p:spPr>
          <a:xfrm>
            <a:off x="822960" y="3017520"/>
            <a:ext cx="2377440" cy="731520"/>
          </a:xfrm>
          <a:prstGeom prst="rect">
            <a:avLst/>
          </a:prstGeom>
          <a:noFill/>
          <a:ln/>
        </p:spPr>
        <p:txBody>
          <a:bodyPr wrap="square" lIns="0" tIns="0" rIns="0" bIns="0" rtlCol="0" anchor="ctr"/>
          <a:lstStyle/>
          <a:p>
            <a:pPr marL="0" indent="0" algn="ctr">
              <a:buNone/>
            </a:pPr>
            <a:r>
              <a:rPr lang="en-US" sz="1600" b="1" dirty="0">
                <a:solidFill>
                  <a:srgbClr val="1E407A"/>
                </a:solidFill>
                <a:latin typeface="Consolas"/>
              </a:rPr>
              <a:t>Hunain</a:t>
            </a:r>
            <a:endParaRPr lang="en-US" sz="1600" dirty="0"/>
          </a:p>
        </p:txBody>
      </p:sp>
      <p:sp>
        <p:nvSpPr>
          <p:cNvPr id="7" name="Shape 5"/>
          <p:cNvSpPr/>
          <p:nvPr/>
        </p:nvSpPr>
        <p:spPr>
          <a:xfrm>
            <a:off x="3520440" y="3017520"/>
            <a:ext cx="2377440" cy="731520"/>
          </a:xfrm>
          <a:prstGeom prst="roundRect">
            <a:avLst>
              <a:gd name="adj" fmla="val 50000"/>
            </a:avLst>
          </a:prstGeom>
          <a:solidFill>
            <a:srgbClr val="EEF2F8"/>
          </a:solidFill>
          <a:ln w="19050">
            <a:solidFill>
              <a:srgbClr val="1E407A"/>
            </a:solidFill>
            <a:prstDash val="solid"/>
          </a:ln>
        </p:spPr>
      </p:sp>
      <p:sp>
        <p:nvSpPr>
          <p:cNvPr id="8" name="Text 6"/>
          <p:cNvSpPr txBox="1"/>
          <p:nvPr/>
        </p:nvSpPr>
        <p:spPr>
          <a:xfrm>
            <a:off x="3520440" y="3017520"/>
            <a:ext cx="2377440" cy="731520"/>
          </a:xfrm>
          <a:prstGeom prst="rect">
            <a:avLst/>
          </a:prstGeom>
          <a:noFill/>
          <a:ln/>
        </p:spPr>
        <p:txBody>
          <a:bodyPr wrap="square" lIns="0" tIns="0" rIns="0" bIns="0" rtlCol="0" anchor="ctr"/>
          <a:lstStyle/>
          <a:p>
            <a:pPr marL="0" indent="0" algn="ctr">
              <a:buNone/>
            </a:pPr>
            <a:r>
              <a:rPr lang="en-US" sz="1600" b="1" dirty="0">
                <a:solidFill>
                  <a:srgbClr val="1E407A"/>
                </a:solidFill>
                <a:latin typeface="Consolas"/>
              </a:rPr>
              <a:t>Rachel</a:t>
            </a:r>
            <a:endParaRPr lang="en-US" sz="1600" dirty="0"/>
          </a:p>
        </p:txBody>
      </p:sp>
      <p:sp>
        <p:nvSpPr>
          <p:cNvPr id="9" name="Shape 7"/>
          <p:cNvSpPr/>
          <p:nvPr/>
        </p:nvSpPr>
        <p:spPr>
          <a:xfrm>
            <a:off x="6217920" y="3017520"/>
            <a:ext cx="2377440" cy="731520"/>
          </a:xfrm>
          <a:prstGeom prst="roundRect">
            <a:avLst>
              <a:gd name="adj" fmla="val 50000"/>
            </a:avLst>
          </a:prstGeom>
          <a:solidFill>
            <a:srgbClr val="EEF2F8"/>
          </a:solidFill>
          <a:ln w="19050">
            <a:solidFill>
              <a:srgbClr val="1E407A"/>
            </a:solidFill>
            <a:prstDash val="solid"/>
          </a:ln>
        </p:spPr>
      </p:sp>
      <p:sp>
        <p:nvSpPr>
          <p:cNvPr id="10" name="Text 8"/>
          <p:cNvSpPr txBox="1"/>
          <p:nvPr/>
        </p:nvSpPr>
        <p:spPr>
          <a:xfrm>
            <a:off x="6217920" y="3017520"/>
            <a:ext cx="2377440" cy="731520"/>
          </a:xfrm>
          <a:prstGeom prst="rect">
            <a:avLst/>
          </a:prstGeom>
          <a:noFill/>
          <a:ln/>
        </p:spPr>
        <p:txBody>
          <a:bodyPr wrap="square" lIns="0" tIns="0" rIns="0" bIns="0" rtlCol="0" anchor="ctr"/>
          <a:lstStyle/>
          <a:p>
            <a:pPr marL="0" indent="0" algn="ctr">
              <a:buNone/>
            </a:pPr>
            <a:r>
              <a:rPr lang="en-US" sz="1600" b="1" dirty="0">
                <a:solidFill>
                  <a:srgbClr val="1E407A"/>
                </a:solidFill>
                <a:latin typeface="Consolas"/>
              </a:rPr>
              <a:t>Noah</a:t>
            </a:r>
            <a:endParaRPr lang="en-US" sz="1600" dirty="0"/>
          </a:p>
        </p:txBody>
      </p:sp>
      <p:sp>
        <p:nvSpPr>
          <p:cNvPr id="11" name="Shape 9"/>
          <p:cNvSpPr/>
          <p:nvPr/>
        </p:nvSpPr>
        <p:spPr>
          <a:xfrm>
            <a:off x="8915400" y="3017520"/>
            <a:ext cx="2377440" cy="731520"/>
          </a:xfrm>
          <a:prstGeom prst="roundRect">
            <a:avLst>
              <a:gd name="adj" fmla="val 50000"/>
            </a:avLst>
          </a:prstGeom>
          <a:solidFill>
            <a:srgbClr val="EEF2F8"/>
          </a:solidFill>
          <a:ln w="19050">
            <a:solidFill>
              <a:srgbClr val="1E407A"/>
            </a:solidFill>
            <a:prstDash val="solid"/>
          </a:ln>
        </p:spPr>
      </p:sp>
      <p:sp>
        <p:nvSpPr>
          <p:cNvPr id="12" name="Text 10"/>
          <p:cNvSpPr txBox="1"/>
          <p:nvPr/>
        </p:nvSpPr>
        <p:spPr>
          <a:xfrm>
            <a:off x="8915400" y="3017520"/>
            <a:ext cx="2377440" cy="731520"/>
          </a:xfrm>
          <a:prstGeom prst="rect">
            <a:avLst/>
          </a:prstGeom>
          <a:noFill/>
          <a:ln/>
        </p:spPr>
        <p:txBody>
          <a:bodyPr wrap="square" lIns="0" tIns="0" rIns="0" bIns="0" rtlCol="0" anchor="ctr"/>
          <a:lstStyle/>
          <a:p>
            <a:pPr marL="0" indent="0" algn="ctr">
              <a:buNone/>
            </a:pPr>
            <a:r>
              <a:rPr lang="en-US" sz="1600" b="1" dirty="0">
                <a:solidFill>
                  <a:srgbClr val="1E407A"/>
                </a:solidFill>
                <a:latin typeface="Consolas"/>
              </a:rPr>
              <a:t>Lakshay</a:t>
            </a:r>
            <a:endParaRPr lang="en-US" sz="1600" dirty="0"/>
          </a:p>
        </p:txBody>
      </p:sp>
      <p:sp>
        <p:nvSpPr>
          <p:cNvPr id="13" name="Text 11"/>
          <p:cNvSpPr txBox="1"/>
          <p:nvPr/>
        </p:nvSpPr>
        <p:spPr>
          <a:xfrm>
            <a:off x="822960" y="4114800"/>
            <a:ext cx="10058400" cy="457200"/>
          </a:xfrm>
          <a:prstGeom prst="rect">
            <a:avLst/>
          </a:prstGeom>
          <a:noFill/>
          <a:ln/>
        </p:spPr>
        <p:txBody>
          <a:bodyPr wrap="square" lIns="0" tIns="0" rIns="0" bIns="0" rtlCol="0" anchor="ctr"/>
          <a:lstStyle/>
          <a:p>
            <a:pPr marL="0" indent="0">
              <a:buNone/>
            </a:pPr>
            <a:r>
              <a:rPr lang="en-US" sz="1400" b="1" dirty="0">
                <a:solidFill>
                  <a:srgbClr val="1C1C1C"/>
                </a:solidFill>
                <a:latin typeface="Poppins" pitchFamily="34" charset="0"/>
                <a:ea typeface="Poppins" pitchFamily="34" charset="-122"/>
                <a:cs typeface="Poppins" pitchFamily="34" charset="-120"/>
              </a:rPr>
              <a:t>Then just commit as you go, with clear notes:</a:t>
            </a:r>
            <a:endParaRPr lang="en-US" sz="1400" dirty="0"/>
          </a:p>
        </p:txBody>
      </p:sp>
      <p:sp>
        <p:nvSpPr>
          <p:cNvPr id="14" name="Shape 12"/>
          <p:cNvSpPr/>
          <p:nvPr/>
        </p:nvSpPr>
        <p:spPr>
          <a:xfrm>
            <a:off x="822960" y="4617720"/>
            <a:ext cx="10515600" cy="1627632"/>
          </a:xfrm>
          <a:prstGeom prst="roundRect">
            <a:avLst>
              <a:gd name="adj" fmla="val 5618"/>
            </a:avLst>
          </a:prstGeom>
          <a:solidFill>
            <a:srgbClr val="0F2340"/>
          </a:solidFill>
          <a:ln/>
        </p:spPr>
      </p:sp>
      <p:sp>
        <p:nvSpPr>
          <p:cNvPr id="15" name="Text 13"/>
          <p:cNvSpPr txBox="1"/>
          <p:nvPr/>
        </p:nvSpPr>
        <p:spPr>
          <a:xfrm>
            <a:off x="1097280" y="4773168"/>
            <a:ext cx="483717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"Home page done"</a:t>
            </a:r>
            <a:endParaRPr lang="en-US" sz="1600" dirty="0"/>
          </a:p>
        </p:txBody>
      </p:sp>
      <p:sp>
        <p:nvSpPr>
          <p:cNvPr id="16" name="Text 14"/>
          <p:cNvSpPr txBox="1"/>
          <p:nvPr/>
        </p:nvSpPr>
        <p:spPr>
          <a:xfrm>
            <a:off x="5765292" y="4773168"/>
            <a:ext cx="525780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a checkpoint when a page is finished</a:t>
            </a:r>
            <a:endParaRPr lang="en-US" sz="1350" dirty="0"/>
          </a:p>
        </p:txBody>
      </p:sp>
      <p:sp>
        <p:nvSpPr>
          <p:cNvPr id="17" name="Text 15"/>
          <p:cNvSpPr txBox="1"/>
          <p:nvPr/>
        </p:nvSpPr>
        <p:spPr>
          <a:xfrm>
            <a:off x="1097280" y="5431536"/>
            <a:ext cx="483717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"Fixed footer spacing"</a:t>
            </a:r>
            <a:endParaRPr lang="en-US" sz="1600" dirty="0"/>
          </a:p>
        </p:txBody>
      </p:sp>
      <p:sp>
        <p:nvSpPr>
          <p:cNvPr id="18" name="Text 16"/>
          <p:cNvSpPr txBox="1"/>
          <p:nvPr/>
        </p:nvSpPr>
        <p:spPr>
          <a:xfrm>
            <a:off x="5765292" y="5431536"/>
            <a:ext cx="525780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a checkpoint for a small fix</a:t>
            </a:r>
            <a:endParaRPr lang="en-US" sz="1350" dirty="0"/>
          </a:p>
        </p:txBody>
      </p:sp>
      <p:sp>
        <p:nvSpPr>
          <p:cNvPr id="19" name="Text 17"/>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20" name="Text 18"/>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COMMANDS</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Starting &amp; developing</a:t>
            </a:r>
            <a:endParaRPr lang="en-US" sz="3300" dirty="0"/>
          </a:p>
        </p:txBody>
      </p:sp>
      <p:sp>
        <p:nvSpPr>
          <p:cNvPr id="4" name="Text 2"/>
          <p:cNvSpPr txBox="1"/>
          <p:nvPr/>
        </p:nvSpPr>
        <p:spPr>
          <a:xfrm>
            <a:off x="640080" y="1737360"/>
            <a:ext cx="10515600" cy="411480"/>
          </a:xfrm>
          <a:prstGeom prst="rect">
            <a:avLst/>
          </a:prstGeom>
          <a:noFill/>
          <a:ln/>
        </p:spPr>
        <p:txBody>
          <a:bodyPr wrap="square" lIns="0" tIns="0" rIns="0" bIns="0" rtlCol="0" anchor="ctr"/>
          <a:lstStyle/>
          <a:p>
            <a:pPr marL="0" indent="0">
              <a:buNone/>
            </a:pPr>
            <a:r>
              <a:rPr lang="en-US" sz="1500" dirty="0">
                <a:solidFill>
                  <a:srgbClr val="1C1C1C"/>
                </a:solidFill>
                <a:latin typeface="Poppins" pitchFamily="34" charset="0"/>
                <a:ea typeface="Poppins" pitchFamily="34" charset="-122"/>
                <a:cs typeface="Poppins" pitchFamily="34" charset="-120"/>
              </a:rPr>
              <a:t>The commands to begin working and keep your branch fresh:</a:t>
            </a:r>
            <a:endParaRPr lang="en-US" sz="1500" dirty="0"/>
          </a:p>
        </p:txBody>
      </p:sp>
      <p:sp>
        <p:nvSpPr>
          <p:cNvPr id="5" name="Shape 3"/>
          <p:cNvSpPr/>
          <p:nvPr/>
        </p:nvSpPr>
        <p:spPr>
          <a:xfrm>
            <a:off x="640080" y="2286000"/>
            <a:ext cx="10881360" cy="2944368"/>
          </a:xfrm>
          <a:prstGeom prst="roundRect">
            <a:avLst>
              <a:gd name="adj" fmla="val 3106"/>
            </a:avLst>
          </a:prstGeom>
          <a:solidFill>
            <a:srgbClr val="0F2340"/>
          </a:solidFill>
          <a:ln/>
        </p:spPr>
      </p:sp>
      <p:sp>
        <p:nvSpPr>
          <p:cNvPr id="6" name="Text 4"/>
          <p:cNvSpPr txBox="1"/>
          <p:nvPr/>
        </p:nvSpPr>
        <p:spPr>
          <a:xfrm>
            <a:off x="914400" y="2441448"/>
            <a:ext cx="500542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clone &lt;url&gt;</a:t>
            </a:r>
            <a:endParaRPr lang="en-US" sz="1600" dirty="0"/>
          </a:p>
        </p:txBody>
      </p:sp>
      <p:sp>
        <p:nvSpPr>
          <p:cNvPr id="7" name="Text 5"/>
          <p:cNvSpPr txBox="1"/>
          <p:nvPr/>
        </p:nvSpPr>
        <p:spPr>
          <a:xfrm>
            <a:off x="5754319" y="2441448"/>
            <a:ext cx="544068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copy the project to your laptop (once)</a:t>
            </a:r>
            <a:endParaRPr lang="en-US" sz="1350" dirty="0"/>
          </a:p>
        </p:txBody>
      </p:sp>
      <p:sp>
        <p:nvSpPr>
          <p:cNvPr id="8" name="Text 6"/>
          <p:cNvSpPr txBox="1"/>
          <p:nvPr/>
        </p:nvSpPr>
        <p:spPr>
          <a:xfrm>
            <a:off x="914400" y="3099816"/>
            <a:ext cx="500542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checkout -b hunain</a:t>
            </a:r>
            <a:endParaRPr lang="en-US" sz="1600" dirty="0"/>
          </a:p>
        </p:txBody>
      </p:sp>
      <p:sp>
        <p:nvSpPr>
          <p:cNvPr id="9" name="Text 7"/>
          <p:cNvSpPr txBox="1"/>
          <p:nvPr/>
        </p:nvSpPr>
        <p:spPr>
          <a:xfrm>
            <a:off x="5754319" y="3099816"/>
            <a:ext cx="544068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create your branch (first time only)</a:t>
            </a:r>
            <a:endParaRPr lang="en-US" sz="1350" dirty="0"/>
          </a:p>
        </p:txBody>
      </p:sp>
      <p:sp>
        <p:nvSpPr>
          <p:cNvPr id="10" name="Text 8"/>
          <p:cNvSpPr txBox="1"/>
          <p:nvPr/>
        </p:nvSpPr>
        <p:spPr>
          <a:xfrm>
            <a:off x="914400" y="3758184"/>
            <a:ext cx="500542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checkout hunain</a:t>
            </a:r>
            <a:endParaRPr lang="en-US" sz="1600" dirty="0"/>
          </a:p>
        </p:txBody>
      </p:sp>
      <p:sp>
        <p:nvSpPr>
          <p:cNvPr id="11" name="Text 9"/>
          <p:cNvSpPr txBox="1"/>
          <p:nvPr/>
        </p:nvSpPr>
        <p:spPr>
          <a:xfrm>
            <a:off x="5754319" y="3758184"/>
            <a:ext cx="544068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switch to your branch (after it exists)</a:t>
            </a:r>
            <a:endParaRPr lang="en-US" sz="1350" dirty="0"/>
          </a:p>
        </p:txBody>
      </p:sp>
      <p:sp>
        <p:nvSpPr>
          <p:cNvPr id="12" name="Text 10"/>
          <p:cNvSpPr txBox="1"/>
          <p:nvPr/>
        </p:nvSpPr>
        <p:spPr>
          <a:xfrm>
            <a:off x="914400" y="4416552"/>
            <a:ext cx="500542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pull origin main</a:t>
            </a:r>
            <a:endParaRPr lang="en-US" sz="1600" dirty="0"/>
          </a:p>
        </p:txBody>
      </p:sp>
      <p:sp>
        <p:nvSpPr>
          <p:cNvPr id="13" name="Text 11"/>
          <p:cNvSpPr txBox="1"/>
          <p:nvPr/>
        </p:nvSpPr>
        <p:spPr>
          <a:xfrm>
            <a:off x="5754319" y="4416552"/>
            <a:ext cx="544068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bring in everyone's latest work</a:t>
            </a:r>
            <a:endParaRPr lang="en-US" sz="1350" dirty="0"/>
          </a:p>
        </p:txBody>
      </p:sp>
      <p:sp>
        <p:nvSpPr>
          <p:cNvPr id="14" name="Text 12"/>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5" name="Text 13"/>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COMMANDS</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Saving your work</a:t>
            </a:r>
            <a:endParaRPr lang="en-US" sz="3300" dirty="0"/>
          </a:p>
        </p:txBody>
      </p:sp>
      <p:sp>
        <p:nvSpPr>
          <p:cNvPr id="4" name="Text 2"/>
          <p:cNvSpPr txBox="1"/>
          <p:nvPr/>
        </p:nvSpPr>
        <p:spPr>
          <a:xfrm>
            <a:off x="640080" y="1737360"/>
            <a:ext cx="10515600" cy="411480"/>
          </a:xfrm>
          <a:prstGeom prst="rect">
            <a:avLst/>
          </a:prstGeom>
          <a:noFill/>
          <a:ln/>
        </p:spPr>
        <p:txBody>
          <a:bodyPr wrap="square" lIns="0" tIns="0" rIns="0" bIns="0" rtlCol="0" anchor="ctr"/>
          <a:lstStyle/>
          <a:p>
            <a:pPr marL="0" indent="0">
              <a:buNone/>
            </a:pPr>
            <a:r>
              <a:rPr lang="en-US" sz="1500" dirty="0">
                <a:solidFill>
                  <a:srgbClr val="1C1C1C"/>
                </a:solidFill>
                <a:latin typeface="Poppins" pitchFamily="34" charset="0"/>
                <a:ea typeface="Poppins" pitchFamily="34" charset="-122"/>
                <a:cs typeface="Poppins" pitchFamily="34" charset="-120"/>
              </a:rPr>
              <a:t>The routine to save and upload what you've done. Do it often:</a:t>
            </a:r>
            <a:endParaRPr lang="en-US" sz="1500" dirty="0"/>
          </a:p>
        </p:txBody>
      </p:sp>
      <p:sp>
        <p:nvSpPr>
          <p:cNvPr id="5" name="Shape 3"/>
          <p:cNvSpPr/>
          <p:nvPr/>
        </p:nvSpPr>
        <p:spPr>
          <a:xfrm>
            <a:off x="640080" y="2286000"/>
            <a:ext cx="10881360" cy="2286000"/>
          </a:xfrm>
          <a:prstGeom prst="roundRect">
            <a:avLst>
              <a:gd name="adj" fmla="val 4000"/>
            </a:avLst>
          </a:prstGeom>
          <a:solidFill>
            <a:srgbClr val="0F2340"/>
          </a:solidFill>
          <a:ln/>
        </p:spPr>
      </p:sp>
      <p:sp>
        <p:nvSpPr>
          <p:cNvPr id="6" name="Text 4"/>
          <p:cNvSpPr txBox="1"/>
          <p:nvPr/>
        </p:nvSpPr>
        <p:spPr>
          <a:xfrm>
            <a:off x="914400" y="2441448"/>
            <a:ext cx="500542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add .</a:t>
            </a:r>
            <a:endParaRPr lang="en-US" sz="1600" dirty="0"/>
          </a:p>
        </p:txBody>
      </p:sp>
      <p:sp>
        <p:nvSpPr>
          <p:cNvPr id="7" name="Text 5"/>
          <p:cNvSpPr txBox="1"/>
          <p:nvPr/>
        </p:nvSpPr>
        <p:spPr>
          <a:xfrm>
            <a:off x="5754319" y="2441448"/>
            <a:ext cx="544068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stage your changes (mark them to be saved)</a:t>
            </a:r>
            <a:endParaRPr lang="en-US" sz="1350" dirty="0"/>
          </a:p>
        </p:txBody>
      </p:sp>
      <p:sp>
        <p:nvSpPr>
          <p:cNvPr id="8" name="Text 6"/>
          <p:cNvSpPr txBox="1"/>
          <p:nvPr/>
        </p:nvSpPr>
        <p:spPr>
          <a:xfrm>
            <a:off x="914400" y="3099816"/>
            <a:ext cx="500542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commit -m "Home page done"</a:t>
            </a:r>
            <a:endParaRPr lang="en-US" sz="1600" dirty="0"/>
          </a:p>
        </p:txBody>
      </p:sp>
      <p:sp>
        <p:nvSpPr>
          <p:cNvPr id="9" name="Text 7"/>
          <p:cNvSpPr txBox="1"/>
          <p:nvPr/>
        </p:nvSpPr>
        <p:spPr>
          <a:xfrm>
            <a:off x="5754319" y="3099816"/>
            <a:ext cx="544068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save a checkpoint with a clear note</a:t>
            </a:r>
            <a:endParaRPr lang="en-US" sz="1350" dirty="0"/>
          </a:p>
        </p:txBody>
      </p:sp>
      <p:sp>
        <p:nvSpPr>
          <p:cNvPr id="10" name="Text 8"/>
          <p:cNvSpPr txBox="1"/>
          <p:nvPr/>
        </p:nvSpPr>
        <p:spPr>
          <a:xfrm>
            <a:off x="914400" y="3758184"/>
            <a:ext cx="500542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push origin hunain</a:t>
            </a:r>
            <a:endParaRPr lang="en-US" sz="1600" dirty="0"/>
          </a:p>
        </p:txBody>
      </p:sp>
      <p:sp>
        <p:nvSpPr>
          <p:cNvPr id="11" name="Text 9"/>
          <p:cNvSpPr txBox="1"/>
          <p:nvPr/>
        </p:nvSpPr>
        <p:spPr>
          <a:xfrm>
            <a:off x="5754319" y="3758184"/>
            <a:ext cx="544068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upload your branch to GitHub</a:t>
            </a:r>
            <a:endParaRPr lang="en-US" sz="1350" dirty="0"/>
          </a:p>
        </p:txBody>
      </p:sp>
      <p:sp>
        <p:nvSpPr>
          <p:cNvPr id="12" name="Text 10"/>
          <p:cNvSpPr txBox="1"/>
          <p:nvPr/>
        </p:nvSpPr>
        <p:spPr>
          <a:xfrm>
            <a:off x="640080" y="4663440"/>
            <a:ext cx="10789920" cy="457200"/>
          </a:xfrm>
          <a:prstGeom prst="rect">
            <a:avLst/>
          </a:prstGeom>
          <a:noFill/>
          <a:ln/>
        </p:spPr>
        <p:txBody>
          <a:bodyPr wrap="square" lIns="0" tIns="0" rIns="0" bIns="0" rtlCol="0" anchor="ctr"/>
          <a:lstStyle/>
          <a:p>
            <a:pPr marL="0" indent="0">
              <a:buNone/>
            </a:pPr>
            <a:r>
              <a:rPr lang="en-US" sz="1400" i="1" dirty="0">
                <a:solidFill>
                  <a:srgbClr val="6B6B6B"/>
                </a:solidFill>
                <a:latin typeface="Poppins" pitchFamily="34" charset="0"/>
                <a:ea typeface="Poppins" pitchFamily="34" charset="-122"/>
                <a:cs typeface="Poppins" pitchFamily="34" charset="-120"/>
              </a:rPr>
              <a:t>Then go to github.com and open a Pull Request (next slides explain pulling &amp; PRs).</a:t>
            </a:r>
            <a:endParaRPr lang="en-US" sz="1400" dirty="0"/>
          </a:p>
        </p:txBody>
      </p:sp>
      <p:sp>
        <p:nvSpPr>
          <p:cNvPr id="13" name="Text 11"/>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4" name="Text 12"/>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7DD"/>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F15B39"/>
                </a:solidFill>
                <a:latin typeface="Poppins" pitchFamily="34" charset="0"/>
                <a:ea typeface="Poppins" pitchFamily="34" charset="-122"/>
                <a:cs typeface="Poppins" pitchFamily="34" charset="-120"/>
              </a:rPr>
              <a:t>IMPORTANT</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Where do I run pull?</a:t>
            </a:r>
            <a:endParaRPr lang="en-US" sz="3300" dirty="0"/>
          </a:p>
        </p:txBody>
      </p:sp>
      <p:sp>
        <p:nvSpPr>
          <p:cNvPr id="4" name="Shape 2"/>
          <p:cNvSpPr/>
          <p:nvPr/>
        </p:nvSpPr>
        <p:spPr>
          <a:xfrm>
            <a:off x="822960" y="2011680"/>
            <a:ext cx="10515600" cy="1371600"/>
          </a:xfrm>
          <a:prstGeom prst="roundRect">
            <a:avLst>
              <a:gd name="adj" fmla="val 8000"/>
            </a:avLst>
          </a:prstGeom>
          <a:solidFill>
            <a:srgbClr val="FFFFFF"/>
          </a:solidFill>
          <a:ln w="12700">
            <a:solidFill>
              <a:srgbClr val="F15B39"/>
            </a:solidFill>
            <a:prstDash val="solid"/>
          </a:ln>
          <a:effectLst>
            <a:outerShdw blurRad="127000" dist="38100" dir="5400000" algn="bl" rotWithShape="0">
              <a:srgbClr val="1E407A">
                <a:alpha val="10000"/>
              </a:srgbClr>
            </a:outerShdw>
          </a:effectLst>
        </p:spPr>
      </p:sp>
      <p:sp>
        <p:nvSpPr>
          <p:cNvPr id="5" name="Text 3"/>
          <p:cNvSpPr txBox="1"/>
          <p:nvPr/>
        </p:nvSpPr>
        <p:spPr>
          <a:xfrm>
            <a:off x="1097280" y="2194560"/>
            <a:ext cx="10058400" cy="1005840"/>
          </a:xfrm>
          <a:prstGeom prst="rect">
            <a:avLst/>
          </a:prstGeom>
          <a:noFill/>
          <a:ln/>
        </p:spPr>
        <p:txBody>
          <a:bodyPr wrap="square" lIns="0" tIns="0" rIns="0" bIns="0" rtlCol="0" anchor="ctr"/>
          <a:lstStyle/>
          <a:p>
            <a:pPr marL="0" indent="0">
              <a:lnSpc>
                <a:spcPct val="115000"/>
              </a:lnSpc>
              <a:buNone/>
            </a:pPr>
            <a:r>
              <a:rPr lang="en-US" sz="1600" b="1" dirty="0">
                <a:solidFill>
                  <a:srgbClr val="F15B39"/>
                </a:solidFill>
                <a:latin typeface="Poppins" pitchFamily="34" charset="0"/>
                <a:ea typeface="Poppins" pitchFamily="34" charset="-122"/>
                <a:cs typeface="Poppins" pitchFamily="34" charset="-120"/>
              </a:rPr>
              <a:t>Always on YOUR OWN branch. </a:t>
            </a:r>
            <a:r>
              <a:rPr lang="en-US" sz="1600" dirty="0">
                <a:solidFill>
                  <a:srgbClr val="1C1C1C"/>
                </a:solidFill>
                <a:latin typeface="Poppins" pitchFamily="34" charset="0"/>
                <a:ea typeface="Poppins" pitchFamily="34" charset="-122"/>
                <a:cs typeface="Poppins" pitchFamily="34" charset="-120"/>
              </a:rPr>
              <a:t>Never switch to main to work. You run </a:t>
            </a:r>
            <a:r>
              <a:rPr lang="en-US" sz="1600" b="1" dirty="0">
                <a:solidFill>
                  <a:srgbClr val="1E407A"/>
                </a:solidFill>
                <a:latin typeface="Consolas" pitchFamily="34" charset="0"/>
                <a:ea typeface="Consolas" pitchFamily="34" charset="-122"/>
                <a:cs typeface="Consolas" pitchFamily="34" charset="-120"/>
              </a:rPr>
              <a:t>git pull origin main</a:t>
            </a:r>
            <a:r>
              <a:rPr lang="en-US" sz="1600" dirty="0">
                <a:solidFill>
                  <a:srgbClr val="1C1C1C"/>
                </a:solidFill>
                <a:latin typeface="Poppins" pitchFamily="34" charset="0"/>
                <a:ea typeface="Poppins" pitchFamily="34" charset="-122"/>
                <a:cs typeface="Poppins" pitchFamily="34" charset="-120"/>
              </a:rPr>
              <a:t> while you are on your branch, to pull everyone's latest work INTO your branch.</a:t>
            </a:r>
            <a:endParaRPr lang="en-US" sz="1600" dirty="0"/>
          </a:p>
        </p:txBody>
      </p:sp>
      <p:sp>
        <p:nvSpPr>
          <p:cNvPr id="6" name="Shape 4"/>
          <p:cNvSpPr/>
          <p:nvPr/>
        </p:nvSpPr>
        <p:spPr>
          <a:xfrm>
            <a:off x="822960" y="3657600"/>
            <a:ext cx="10515600" cy="1627632"/>
          </a:xfrm>
          <a:prstGeom prst="roundRect">
            <a:avLst>
              <a:gd name="adj" fmla="val 5618"/>
            </a:avLst>
          </a:prstGeom>
          <a:solidFill>
            <a:srgbClr val="0F2340"/>
          </a:solidFill>
          <a:ln/>
        </p:spPr>
      </p:sp>
      <p:sp>
        <p:nvSpPr>
          <p:cNvPr id="7" name="Text 5"/>
          <p:cNvSpPr txBox="1"/>
          <p:nvPr/>
        </p:nvSpPr>
        <p:spPr>
          <a:xfrm>
            <a:off x="1097280" y="3813048"/>
            <a:ext cx="483717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checkout hunain</a:t>
            </a:r>
            <a:endParaRPr lang="en-US" sz="1600" dirty="0"/>
          </a:p>
        </p:txBody>
      </p:sp>
      <p:sp>
        <p:nvSpPr>
          <p:cNvPr id="8" name="Text 6"/>
          <p:cNvSpPr txBox="1"/>
          <p:nvPr/>
        </p:nvSpPr>
        <p:spPr>
          <a:xfrm>
            <a:off x="5765292" y="3813048"/>
            <a:ext cx="525780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1. make sure you're on your branch</a:t>
            </a:r>
            <a:endParaRPr lang="en-US" sz="1350" dirty="0"/>
          </a:p>
        </p:txBody>
      </p:sp>
      <p:sp>
        <p:nvSpPr>
          <p:cNvPr id="9" name="Text 7"/>
          <p:cNvSpPr txBox="1"/>
          <p:nvPr/>
        </p:nvSpPr>
        <p:spPr>
          <a:xfrm>
            <a:off x="1097280" y="4471416"/>
            <a:ext cx="4837176" cy="658368"/>
          </a:xfrm>
          <a:prstGeom prst="rect">
            <a:avLst/>
          </a:prstGeom>
          <a:noFill/>
          <a:ln/>
        </p:spPr>
        <p:txBody>
          <a:bodyPr wrap="square" lIns="0" tIns="0" rIns="0" bIns="0" rtlCol="0" anchor="ctr"/>
          <a:lstStyle/>
          <a:p>
            <a:pPr marL="0" indent="0">
              <a:buNone/>
            </a:pPr>
            <a:r>
              <a:rPr lang="en-US" sz="1600" b="1" dirty="0">
                <a:solidFill>
                  <a:srgbClr val="FECD3E"/>
                </a:solidFill>
                <a:latin typeface="Consolas" pitchFamily="34" charset="0"/>
                <a:ea typeface="Consolas" pitchFamily="34" charset="-122"/>
                <a:cs typeface="Consolas" pitchFamily="34" charset="-120"/>
              </a:rPr>
              <a:t>git pull origin main</a:t>
            </a:r>
            <a:endParaRPr lang="en-US" sz="1600" dirty="0"/>
          </a:p>
        </p:txBody>
      </p:sp>
      <p:sp>
        <p:nvSpPr>
          <p:cNvPr id="10" name="Text 8"/>
          <p:cNvSpPr txBox="1"/>
          <p:nvPr/>
        </p:nvSpPr>
        <p:spPr>
          <a:xfrm>
            <a:off x="5765292" y="4471416"/>
            <a:ext cx="5257800" cy="658368"/>
          </a:xfrm>
          <a:prstGeom prst="rect">
            <a:avLst/>
          </a:prstGeom>
          <a:noFill/>
          <a:ln/>
        </p:spPr>
        <p:txBody>
          <a:bodyPr wrap="square" lIns="0" tIns="0" rIns="0" bIns="0" rtlCol="0" anchor="ctr"/>
          <a:lstStyle/>
          <a:p>
            <a:pPr marL="0" indent="0">
              <a:buNone/>
            </a:pPr>
            <a:r>
              <a:rPr lang="en-US" sz="1350" dirty="0">
                <a:solidFill>
                  <a:srgbClr val="E4EBF5"/>
                </a:solidFill>
                <a:latin typeface="Poppins" pitchFamily="34" charset="0"/>
                <a:ea typeface="Poppins" pitchFamily="34" charset="-122"/>
                <a:cs typeface="Poppins" pitchFamily="34" charset="-120"/>
              </a:rPr>
              <a:t>→ 2. bring main's latest into your branch</a:t>
            </a:r>
            <a:endParaRPr lang="en-US" sz="1350" dirty="0"/>
          </a:p>
        </p:txBody>
      </p:sp>
      <p:sp>
        <p:nvSpPr>
          <p:cNvPr id="11" name="Text 9"/>
          <p:cNvSpPr txBox="1"/>
          <p:nvPr/>
        </p:nvSpPr>
        <p:spPr>
          <a:xfrm>
            <a:off x="822960" y="5577840"/>
            <a:ext cx="10515600" cy="548640"/>
          </a:xfrm>
          <a:prstGeom prst="rect">
            <a:avLst/>
          </a:prstGeom>
          <a:noFill/>
          <a:ln/>
        </p:spPr>
        <p:txBody>
          <a:bodyPr wrap="square" lIns="0" tIns="0" rIns="0" bIns="0" rtlCol="0" anchor="ctr"/>
          <a:lstStyle/>
          <a:p>
            <a:pPr marL="0" indent="0">
              <a:lnSpc>
                <a:spcPct val="110000"/>
              </a:lnSpc>
              <a:buNone/>
            </a:pPr>
            <a:r>
              <a:rPr lang="en-US" sz="1300" i="1" dirty="0">
                <a:solidFill>
                  <a:srgbClr val="6B6B6B"/>
                </a:solidFill>
                <a:latin typeface="Poppins" pitchFamily="34" charset="0"/>
                <a:ea typeface="Poppins" pitchFamily="34" charset="-122"/>
                <a:cs typeface="Poppins" pitchFamily="34" charset="-120"/>
              </a:rPr>
              <a:t>Why: if you work on old code, you get conflicts later. Pull often = your branch stays close to main = almost no conflicts.</a:t>
            </a:r>
            <a:endParaRPr lang="en-US" sz="1300" dirty="0"/>
          </a:p>
        </p:txBody>
      </p:sp>
      <p:sp>
        <p:nvSpPr>
          <p:cNvPr id="12" name="Text 10"/>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3" name="Text 11"/>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GOOD HABITS</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Commit messages</a:t>
            </a:r>
            <a:endParaRPr lang="en-US" sz="3300" dirty="0"/>
          </a:p>
        </p:txBody>
      </p:sp>
      <p:sp>
        <p:nvSpPr>
          <p:cNvPr id="4" name="Text 2"/>
          <p:cNvSpPr txBox="1"/>
          <p:nvPr/>
        </p:nvSpPr>
        <p:spPr>
          <a:xfrm>
            <a:off x="640080" y="1737360"/>
            <a:ext cx="10789920" cy="822960"/>
          </a:xfrm>
          <a:prstGeom prst="rect">
            <a:avLst/>
          </a:prstGeom>
          <a:noFill/>
          <a:ln/>
        </p:spPr>
        <p:txBody>
          <a:bodyPr wrap="square" lIns="0" tIns="0" rIns="0" bIns="0" rtlCol="0" anchor="ctr"/>
          <a:lstStyle/>
          <a:p>
            <a:pPr marL="0" indent="0">
              <a:lnSpc>
                <a:spcPct val="115000"/>
              </a:lnSpc>
              <a:buNone/>
            </a:pPr>
            <a:r>
              <a:rPr lang="en-US" sz="1500" dirty="0">
                <a:solidFill>
                  <a:srgbClr val="1C1C1C"/>
                </a:solidFill>
                <a:latin typeface="Poppins" pitchFamily="34" charset="0"/>
                <a:ea typeface="Poppins" pitchFamily="34" charset="-122"/>
                <a:cs typeface="Poppins" pitchFamily="34" charset="-120"/>
              </a:rPr>
              <a:t>A commit is a saved checkpoint. The message says what's in it. Good messages = clear history + proof of your individual work.</a:t>
            </a:r>
            <a:endParaRPr lang="en-US" sz="1500" dirty="0"/>
          </a:p>
        </p:txBody>
      </p:sp>
      <p:sp>
        <p:nvSpPr>
          <p:cNvPr id="5" name="Shape 3"/>
          <p:cNvSpPr/>
          <p:nvPr/>
        </p:nvSpPr>
        <p:spPr>
          <a:xfrm>
            <a:off x="822960" y="2834640"/>
            <a:ext cx="5191760" cy="2692400"/>
          </a:xfrm>
          <a:prstGeom prst="roundRect">
            <a:avLst>
              <a:gd name="adj" fmla="val 4444"/>
            </a:avLst>
          </a:prstGeom>
          <a:solidFill>
            <a:srgbClr val="E9F5F2"/>
          </a:solidFill>
          <a:ln w="12700">
            <a:solidFill>
              <a:srgbClr val="51B2A2"/>
            </a:solidFill>
            <a:prstDash val="solid"/>
          </a:ln>
          <a:effectLst>
            <a:outerShdw blurRad="127000" dist="38100" dir="5400000" algn="bl" rotWithShape="0">
              <a:srgbClr val="1E407A">
                <a:alpha val="10000"/>
              </a:srgbClr>
            </a:outerShdw>
          </a:effectLst>
        </p:spPr>
      </p:sp>
      <p:sp>
        <p:nvSpPr>
          <p:cNvPr id="6" name="Text 4"/>
          <p:cNvSpPr txBox="1"/>
          <p:nvPr/>
        </p:nvSpPr>
        <p:spPr>
          <a:xfrm>
            <a:off x="1097280" y="3017520"/>
            <a:ext cx="4572000" cy="365760"/>
          </a:xfrm>
          <a:prstGeom prst="rect">
            <a:avLst/>
          </a:prstGeom>
          <a:noFill/>
          <a:ln/>
        </p:spPr>
        <p:txBody>
          <a:bodyPr wrap="square" lIns="0" tIns="0" rIns="0" bIns="0" rtlCol="0" anchor="ctr"/>
          <a:lstStyle/>
          <a:p>
            <a:pPr marL="0" indent="0">
              <a:buNone/>
            </a:pPr>
            <a:r>
              <a:rPr lang="en-US" sz="1600" b="1" dirty="0">
                <a:solidFill>
                  <a:srgbClr val="51B2A2"/>
                </a:solidFill>
                <a:latin typeface="Poppins" pitchFamily="34" charset="0"/>
                <a:ea typeface="Poppins" pitchFamily="34" charset="-122"/>
                <a:cs typeface="Poppins" pitchFamily="34" charset="-120"/>
              </a:rPr>
              <a:t>Do this</a:t>
            </a:r>
            <a:endParaRPr lang="en-US" sz="1600" dirty="0"/>
          </a:p>
        </p:txBody>
      </p:sp>
      <p:sp>
        <p:nvSpPr>
          <p:cNvPr id="7" name="Text 5"/>
          <p:cNvSpPr txBox="1"/>
          <p:nvPr/>
        </p:nvSpPr>
        <p:spPr>
          <a:xfrm>
            <a:off x="1097280" y="3520440"/>
            <a:ext cx="4572000" cy="1645920"/>
          </a:xfrm>
          <a:prstGeom prst="rect">
            <a:avLst/>
          </a:prstGeom>
          <a:noFill/>
          <a:ln/>
        </p:spPr>
        <p:txBody>
          <a:bodyPr wrap="square" lIns="0" tIns="0" rIns="0" bIns="0" rtlCol="0" anchor="ctr"/>
          <a:lstStyle/>
          <a:p>
            <a:pPr marL="0" indent="0">
              <a:lnSpc>
                <a:spcPct val="130000"/>
              </a:lnSpc>
              <a:buNone/>
            </a:pPr>
            <a:r>
              <a:rPr lang="en-US" sz="1400" dirty="0">
                <a:solidFill>
                  <a:srgbClr val="1C1C1C"/>
                </a:solidFill>
                <a:latin typeface="Consolas"/>
                <a:ea typeface="Consolas" pitchFamily="34" charset="-122"/>
                <a:cs typeface="Consolas" pitchFamily="34" charset="-120"/>
              </a:rPr>
              <a:t>Add contact form layout</a:t>
            </a:r>
            <a:endParaRPr lang="en-US" sz="1400" dirty="0">
              <a:solidFill>
                <a:srgbClr val="1C1C1C"/>
              </a:solidFill>
              <a:latin typeface="Consolas"/>
            </a:endParaRPr>
          </a:p>
          <a:p>
            <a:pPr marL="0" indent="0">
              <a:lnSpc>
                <a:spcPct val="130000"/>
              </a:lnSpc>
              <a:buNone/>
            </a:pPr>
            <a:r>
              <a:rPr lang="en-US" sz="1400" dirty="0">
                <a:solidFill>
                  <a:srgbClr val="1C1C1C"/>
                </a:solidFill>
                <a:latin typeface="Consolas"/>
                <a:ea typeface="Consolas" pitchFamily="34" charset="-122"/>
                <a:cs typeface="Consolas" pitchFamily="34" charset="-120"/>
              </a:rPr>
              <a:t>Fix footer spacing on mobile</a:t>
            </a:r>
            <a:endParaRPr lang="en-US" sz="1400" dirty="0">
              <a:solidFill>
                <a:srgbClr val="1C1C1C"/>
              </a:solidFill>
              <a:latin typeface="Consolas"/>
            </a:endParaRPr>
          </a:p>
          <a:p>
            <a:pPr marL="0" indent="0">
              <a:lnSpc>
                <a:spcPct val="130000"/>
              </a:lnSpc>
              <a:buNone/>
            </a:pPr>
            <a:r>
              <a:rPr lang="en-US" sz="1400" dirty="0">
                <a:solidFill>
                  <a:srgbClr val="1C1C1C"/>
                </a:solidFill>
                <a:latin typeface="Consolas" pitchFamily="34" charset="0"/>
                <a:ea typeface="Consolas" pitchFamily="34" charset="-122"/>
                <a:cs typeface="Consolas" pitchFamily="34" charset="-120"/>
              </a:rPr>
              <a:t>Update hero colours</a:t>
            </a:r>
            <a:endParaRPr lang="en-US" sz="1400" dirty="0"/>
          </a:p>
        </p:txBody>
      </p:sp>
      <p:sp>
        <p:nvSpPr>
          <p:cNvPr id="8" name="Shape 6"/>
          <p:cNvSpPr/>
          <p:nvPr/>
        </p:nvSpPr>
        <p:spPr>
          <a:xfrm>
            <a:off x="6492240" y="2834640"/>
            <a:ext cx="4917440" cy="2692400"/>
          </a:xfrm>
          <a:prstGeom prst="roundRect">
            <a:avLst>
              <a:gd name="adj" fmla="val 4444"/>
            </a:avLst>
          </a:prstGeom>
          <a:solidFill>
            <a:srgbClr val="FDEAE5"/>
          </a:solidFill>
          <a:ln w="12700">
            <a:solidFill>
              <a:srgbClr val="F15B39"/>
            </a:solidFill>
            <a:prstDash val="solid"/>
          </a:ln>
          <a:effectLst>
            <a:outerShdw blurRad="127000" dist="38100" dir="5400000" algn="bl" rotWithShape="0">
              <a:srgbClr val="1E407A">
                <a:alpha val="10000"/>
              </a:srgbClr>
            </a:outerShdw>
          </a:effectLst>
        </p:spPr>
      </p:sp>
      <p:sp>
        <p:nvSpPr>
          <p:cNvPr id="9" name="Text 7"/>
          <p:cNvSpPr txBox="1"/>
          <p:nvPr/>
        </p:nvSpPr>
        <p:spPr>
          <a:xfrm>
            <a:off x="6766560" y="3017520"/>
            <a:ext cx="4572000" cy="365760"/>
          </a:xfrm>
          <a:prstGeom prst="rect">
            <a:avLst/>
          </a:prstGeom>
          <a:noFill/>
          <a:ln/>
        </p:spPr>
        <p:txBody>
          <a:bodyPr wrap="square" lIns="0" tIns="0" rIns="0" bIns="0" rtlCol="0" anchor="ctr"/>
          <a:lstStyle/>
          <a:p>
            <a:pPr marL="0" indent="0">
              <a:buNone/>
            </a:pPr>
            <a:r>
              <a:rPr lang="en-US" sz="1600" b="1" dirty="0">
                <a:solidFill>
                  <a:srgbClr val="F15B39"/>
                </a:solidFill>
                <a:latin typeface="Poppins" pitchFamily="34" charset="0"/>
                <a:ea typeface="Poppins" pitchFamily="34" charset="-122"/>
                <a:cs typeface="Poppins" pitchFamily="34" charset="-120"/>
              </a:rPr>
              <a:t>Avoid</a:t>
            </a:r>
            <a:endParaRPr lang="en-US" sz="1600" dirty="0"/>
          </a:p>
        </p:txBody>
      </p:sp>
      <p:sp>
        <p:nvSpPr>
          <p:cNvPr id="10" name="Text 8"/>
          <p:cNvSpPr txBox="1"/>
          <p:nvPr/>
        </p:nvSpPr>
        <p:spPr>
          <a:xfrm>
            <a:off x="6837680" y="3540760"/>
            <a:ext cx="4551680" cy="1625600"/>
          </a:xfrm>
          <a:prstGeom prst="rect">
            <a:avLst/>
          </a:prstGeom>
          <a:noFill/>
          <a:ln/>
        </p:spPr>
        <p:txBody>
          <a:bodyPr wrap="square" lIns="0" tIns="0" rIns="0" bIns="0" rtlCol="0" anchor="ctr"/>
          <a:lstStyle/>
          <a:p>
            <a:pPr marL="0" indent="0">
              <a:lnSpc>
                <a:spcPct val="130000"/>
              </a:lnSpc>
              <a:buNone/>
            </a:pPr>
            <a:r>
              <a:rPr lang="en-US" sz="1400" dirty="0">
                <a:solidFill>
                  <a:srgbClr val="1C1C1C"/>
                </a:solidFill>
                <a:latin typeface="Consolas"/>
                <a:ea typeface="Consolas" pitchFamily="34" charset="-122"/>
                <a:cs typeface="Consolas" pitchFamily="34" charset="-120"/>
              </a:rPr>
              <a:t>stuff</a:t>
            </a:r>
            <a:endParaRPr lang="en-US" sz="1400" dirty="0">
              <a:solidFill>
                <a:srgbClr val="1C1C1C"/>
              </a:solidFill>
              <a:latin typeface="Consolas"/>
            </a:endParaRPr>
          </a:p>
          <a:p>
            <a:pPr marL="0" indent="0">
              <a:lnSpc>
                <a:spcPct val="130000"/>
              </a:lnSpc>
              <a:buNone/>
            </a:pPr>
            <a:r>
              <a:rPr lang="en-US" sz="1400" dirty="0">
                <a:solidFill>
                  <a:srgbClr val="1C1C1C"/>
                </a:solidFill>
                <a:latin typeface="Consolas"/>
                <a:ea typeface="Consolas" pitchFamily="34" charset="-122"/>
                <a:cs typeface="Consolas" pitchFamily="34" charset="-120"/>
              </a:rPr>
              <a:t>changes</a:t>
            </a:r>
            <a:endParaRPr lang="en-US" sz="1400" dirty="0">
              <a:solidFill>
                <a:srgbClr val="1C1C1C"/>
              </a:solidFill>
              <a:latin typeface="Consolas"/>
            </a:endParaRPr>
          </a:p>
          <a:p>
            <a:pPr marL="0" indent="0">
              <a:lnSpc>
                <a:spcPct val="130000"/>
              </a:lnSpc>
              <a:buNone/>
            </a:pPr>
            <a:r>
              <a:rPr lang="en-US" sz="1400" dirty="0" err="1">
                <a:solidFill>
                  <a:srgbClr val="1C1C1C"/>
                </a:solidFill>
                <a:latin typeface="Consolas"/>
                <a:ea typeface="Consolas" pitchFamily="34" charset="-122"/>
                <a:cs typeface="Consolas" pitchFamily="34" charset="-120"/>
              </a:rPr>
              <a:t>asdf</a:t>
            </a:r>
            <a:endParaRPr lang="en-US" sz="1400" dirty="0" err="1">
              <a:solidFill>
                <a:srgbClr val="1C1C1C"/>
              </a:solidFill>
              <a:latin typeface="Consolas"/>
            </a:endParaRPr>
          </a:p>
          <a:p>
            <a:pPr marL="0" indent="0">
              <a:lnSpc>
                <a:spcPct val="130000"/>
              </a:lnSpc>
              <a:buNone/>
            </a:pPr>
            <a:r>
              <a:rPr lang="en-US" sz="1400" dirty="0">
                <a:solidFill>
                  <a:srgbClr val="1C1C1C"/>
                </a:solidFill>
                <a:latin typeface="Consolas" pitchFamily="34" charset="0"/>
                <a:ea typeface="Consolas" pitchFamily="34" charset="-122"/>
                <a:cs typeface="Consolas" pitchFamily="34" charset="-120"/>
              </a:rPr>
              <a:t>final final v2</a:t>
            </a:r>
            <a:endParaRPr lang="en-US" sz="1400" dirty="0"/>
          </a:p>
        </p:txBody>
      </p:sp>
      <p:sp>
        <p:nvSpPr>
          <p:cNvPr id="11" name="Text 9"/>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2" name="Text 10"/>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MERGING</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Pull Requests &amp; the leader flow</a:t>
            </a:r>
            <a:endParaRPr lang="en-US" sz="3300" dirty="0"/>
          </a:p>
        </p:txBody>
      </p:sp>
      <p:sp>
        <p:nvSpPr>
          <p:cNvPr id="4" name="Shape 2"/>
          <p:cNvSpPr/>
          <p:nvPr/>
        </p:nvSpPr>
        <p:spPr>
          <a:xfrm>
            <a:off x="731520" y="2286000"/>
            <a:ext cx="2377440" cy="1188720"/>
          </a:xfrm>
          <a:prstGeom prst="roundRect">
            <a:avLst>
              <a:gd name="adj" fmla="val 9231"/>
            </a:avLst>
          </a:prstGeom>
          <a:solidFill>
            <a:srgbClr val="1E407A"/>
          </a:solidFill>
          <a:ln/>
        </p:spPr>
      </p:sp>
      <p:sp>
        <p:nvSpPr>
          <p:cNvPr id="5" name="Text 3"/>
          <p:cNvSpPr txBox="1"/>
          <p:nvPr/>
        </p:nvSpPr>
        <p:spPr>
          <a:xfrm>
            <a:off x="822960" y="2286000"/>
            <a:ext cx="2194560" cy="118872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Poppins" pitchFamily="34" charset="0"/>
                <a:ea typeface="Poppins" pitchFamily="34" charset="-122"/>
                <a:cs typeface="Poppins" pitchFamily="34" charset="-120"/>
              </a:rPr>
              <a:t>Push your branch</a:t>
            </a:r>
            <a:endParaRPr lang="en-US" sz="1400" dirty="0"/>
          </a:p>
        </p:txBody>
      </p:sp>
      <p:sp>
        <p:nvSpPr>
          <p:cNvPr id="6" name="Shape 4"/>
          <p:cNvSpPr/>
          <p:nvPr/>
        </p:nvSpPr>
        <p:spPr>
          <a:xfrm>
            <a:off x="3108960" y="2880360"/>
            <a:ext cx="365760" cy="0"/>
          </a:xfrm>
          <a:prstGeom prst="line">
            <a:avLst/>
          </a:prstGeom>
          <a:noFill/>
          <a:ln w="25400">
            <a:solidFill>
              <a:srgbClr val="1C1C1C"/>
            </a:solidFill>
            <a:prstDash val="solid"/>
            <a:tailEnd type="triangle"/>
          </a:ln>
        </p:spPr>
      </p:sp>
      <p:sp>
        <p:nvSpPr>
          <p:cNvPr id="7" name="Shape 5"/>
          <p:cNvSpPr/>
          <p:nvPr/>
        </p:nvSpPr>
        <p:spPr>
          <a:xfrm>
            <a:off x="3474720" y="2286000"/>
            <a:ext cx="2377440" cy="1188720"/>
          </a:xfrm>
          <a:prstGeom prst="roundRect">
            <a:avLst>
              <a:gd name="adj" fmla="val 9231"/>
            </a:avLst>
          </a:prstGeom>
          <a:solidFill>
            <a:srgbClr val="E990B9"/>
          </a:solidFill>
          <a:ln/>
        </p:spPr>
      </p:sp>
      <p:sp>
        <p:nvSpPr>
          <p:cNvPr id="8" name="Text 6"/>
          <p:cNvSpPr txBox="1"/>
          <p:nvPr/>
        </p:nvSpPr>
        <p:spPr>
          <a:xfrm>
            <a:off x="3566160" y="2286000"/>
            <a:ext cx="2194560" cy="118872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Poppins" pitchFamily="34" charset="0"/>
                <a:ea typeface="Poppins" pitchFamily="34" charset="-122"/>
                <a:cs typeface="Poppins" pitchFamily="34" charset="-120"/>
              </a:rPr>
              <a:t>Open a Pull Request</a:t>
            </a:r>
            <a:endParaRPr lang="en-US" sz="1400" dirty="0"/>
          </a:p>
        </p:txBody>
      </p:sp>
      <p:sp>
        <p:nvSpPr>
          <p:cNvPr id="9" name="Shape 7"/>
          <p:cNvSpPr/>
          <p:nvPr/>
        </p:nvSpPr>
        <p:spPr>
          <a:xfrm>
            <a:off x="5852160" y="2880360"/>
            <a:ext cx="365760" cy="0"/>
          </a:xfrm>
          <a:prstGeom prst="line">
            <a:avLst/>
          </a:prstGeom>
          <a:noFill/>
          <a:ln w="25400">
            <a:solidFill>
              <a:srgbClr val="1C1C1C"/>
            </a:solidFill>
            <a:prstDash val="solid"/>
            <a:tailEnd type="triangle"/>
          </a:ln>
        </p:spPr>
      </p:sp>
      <p:sp>
        <p:nvSpPr>
          <p:cNvPr id="10" name="Shape 8"/>
          <p:cNvSpPr/>
          <p:nvPr/>
        </p:nvSpPr>
        <p:spPr>
          <a:xfrm>
            <a:off x="6217920" y="2286000"/>
            <a:ext cx="2377440" cy="1188720"/>
          </a:xfrm>
          <a:prstGeom prst="roundRect">
            <a:avLst>
              <a:gd name="adj" fmla="val 9231"/>
            </a:avLst>
          </a:prstGeom>
          <a:solidFill>
            <a:srgbClr val="FECD3E"/>
          </a:solidFill>
          <a:ln/>
        </p:spPr>
      </p:sp>
      <p:sp>
        <p:nvSpPr>
          <p:cNvPr id="11" name="Text 9"/>
          <p:cNvSpPr txBox="1"/>
          <p:nvPr/>
        </p:nvSpPr>
        <p:spPr>
          <a:xfrm>
            <a:off x="6309360" y="2286000"/>
            <a:ext cx="2194560" cy="1188720"/>
          </a:xfrm>
          <a:prstGeom prst="rect">
            <a:avLst/>
          </a:prstGeom>
          <a:noFill/>
          <a:ln/>
        </p:spPr>
        <p:txBody>
          <a:bodyPr wrap="square" lIns="0" tIns="0" rIns="0" bIns="0" rtlCol="0" anchor="ctr"/>
          <a:lstStyle/>
          <a:p>
            <a:pPr marL="0" indent="0" algn="ctr">
              <a:lnSpc>
                <a:spcPct val="100000"/>
              </a:lnSpc>
              <a:buNone/>
            </a:pPr>
            <a:r>
              <a:rPr lang="en-US" sz="1400" b="1" dirty="0">
                <a:solidFill>
                  <a:srgbClr val="1C1C1C"/>
                </a:solidFill>
                <a:latin typeface="Poppins" pitchFamily="34" charset="0"/>
                <a:ea typeface="Poppins" pitchFamily="34" charset="-122"/>
                <a:cs typeface="Poppins" pitchFamily="34" charset="-120"/>
              </a:rPr>
              <a:t>Leader reviews</a:t>
            </a:r>
            <a:endParaRPr lang="en-US" sz="1400" dirty="0"/>
          </a:p>
        </p:txBody>
      </p:sp>
      <p:sp>
        <p:nvSpPr>
          <p:cNvPr id="12" name="Shape 10"/>
          <p:cNvSpPr/>
          <p:nvPr/>
        </p:nvSpPr>
        <p:spPr>
          <a:xfrm>
            <a:off x="8595360" y="2880360"/>
            <a:ext cx="365760" cy="0"/>
          </a:xfrm>
          <a:prstGeom prst="line">
            <a:avLst/>
          </a:prstGeom>
          <a:noFill/>
          <a:ln w="25400">
            <a:solidFill>
              <a:srgbClr val="1C1C1C"/>
            </a:solidFill>
            <a:prstDash val="solid"/>
            <a:tailEnd type="triangle"/>
          </a:ln>
        </p:spPr>
      </p:sp>
      <p:sp>
        <p:nvSpPr>
          <p:cNvPr id="13" name="Shape 11"/>
          <p:cNvSpPr/>
          <p:nvPr/>
        </p:nvSpPr>
        <p:spPr>
          <a:xfrm>
            <a:off x="8961120" y="2286000"/>
            <a:ext cx="2377440" cy="1188720"/>
          </a:xfrm>
          <a:prstGeom prst="roundRect">
            <a:avLst>
              <a:gd name="adj" fmla="val 9231"/>
            </a:avLst>
          </a:prstGeom>
          <a:solidFill>
            <a:srgbClr val="51B2A2"/>
          </a:solidFill>
          <a:ln/>
        </p:spPr>
      </p:sp>
      <p:sp>
        <p:nvSpPr>
          <p:cNvPr id="14" name="Text 12"/>
          <p:cNvSpPr txBox="1"/>
          <p:nvPr/>
        </p:nvSpPr>
        <p:spPr>
          <a:xfrm>
            <a:off x="9052560" y="2286000"/>
            <a:ext cx="2194560" cy="118872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Poppins" pitchFamily="34" charset="0"/>
                <a:ea typeface="Poppins" pitchFamily="34" charset="-122"/>
                <a:cs typeface="Poppins" pitchFamily="34" charset="-120"/>
              </a:rPr>
              <a:t>Merged into main</a:t>
            </a:r>
            <a:endParaRPr lang="en-US" sz="1400" dirty="0"/>
          </a:p>
        </p:txBody>
      </p:sp>
      <p:sp>
        <p:nvSpPr>
          <p:cNvPr id="15" name="Text 13"/>
          <p:cNvSpPr txBox="1"/>
          <p:nvPr/>
        </p:nvSpPr>
        <p:spPr>
          <a:xfrm>
            <a:off x="731520" y="3931920"/>
            <a:ext cx="10058400" cy="365760"/>
          </a:xfrm>
          <a:prstGeom prst="rect">
            <a:avLst/>
          </a:prstGeom>
          <a:noFill/>
          <a:ln/>
        </p:spPr>
        <p:txBody>
          <a:bodyPr wrap="square" lIns="0" tIns="0" rIns="0" bIns="0" rtlCol="0" anchor="ctr"/>
          <a:lstStyle/>
          <a:p>
            <a:pPr marL="0" indent="0">
              <a:buNone/>
            </a:pPr>
            <a:r>
              <a:rPr lang="en-US" sz="1500" b="1" dirty="0">
                <a:solidFill>
                  <a:srgbClr val="1C1C1C"/>
                </a:solidFill>
                <a:latin typeface="Poppins" pitchFamily="34" charset="0"/>
                <a:ea typeface="Poppins" pitchFamily="34" charset="-122"/>
                <a:cs typeface="Poppins" pitchFamily="34" charset="-120"/>
              </a:rPr>
              <a:t>What happens when you finish:</a:t>
            </a:r>
            <a:endParaRPr lang="en-US" sz="1500" dirty="0"/>
          </a:p>
        </p:txBody>
      </p:sp>
      <p:sp>
        <p:nvSpPr>
          <p:cNvPr id="16" name="Text 14"/>
          <p:cNvSpPr txBox="1"/>
          <p:nvPr/>
        </p:nvSpPr>
        <p:spPr>
          <a:xfrm>
            <a:off x="731520" y="4389120"/>
            <a:ext cx="10789920" cy="1371600"/>
          </a:xfrm>
          <a:prstGeom prst="rect">
            <a:avLst/>
          </a:prstGeom>
          <a:noFill/>
          <a:ln/>
        </p:spPr>
        <p:txBody>
          <a:bodyPr wrap="square" lIns="0" tIns="0" rIns="0" bIns="0" rtlCol="0" anchor="ctr"/>
          <a:lstStyle/>
          <a:p>
            <a:pPr marL="0" indent="0">
              <a:lnSpc>
                <a:spcPct val="125000"/>
              </a:lnSpc>
              <a:buNone/>
            </a:pPr>
            <a:r>
              <a:rPr lang="en-US" sz="1500" b="1" dirty="0">
                <a:solidFill>
                  <a:srgbClr val="1E407A"/>
                </a:solidFill>
                <a:latin typeface="Poppins" pitchFamily="34" charset="0"/>
                <a:ea typeface="Poppins" pitchFamily="34" charset="-122"/>
                <a:cs typeface="Poppins" pitchFamily="34" charset="-120"/>
              </a:rPr>
              <a:t>You</a:t>
            </a:r>
            <a:r>
              <a:rPr lang="en-US" sz="1500" dirty="0">
                <a:solidFill>
                  <a:srgbClr val="1C1C1C"/>
                </a:solidFill>
                <a:latin typeface="Poppins" pitchFamily="34" charset="0"/>
                <a:ea typeface="Poppins" pitchFamily="34" charset="-122"/>
                <a:cs typeface="Poppins" pitchFamily="34" charset="-120"/>
              </a:rPr>
              <a:t>: push your branch, then on github.com click </a:t>
            </a:r>
            <a:r>
              <a:rPr lang="en-US" sz="1500" b="1" dirty="0">
                <a:solidFill>
                  <a:srgbClr val="1C1C1C"/>
                </a:solidFill>
                <a:latin typeface="Poppins" pitchFamily="34" charset="0"/>
                <a:ea typeface="Poppins" pitchFamily="34" charset="-122"/>
                <a:cs typeface="Poppins" pitchFamily="34" charset="-120"/>
              </a:rPr>
              <a:t>Compare &amp; pull request</a:t>
            </a:r>
            <a:r>
              <a:rPr lang="en-US" sz="1500" dirty="0">
                <a:solidFill>
                  <a:srgbClr val="1C1C1C"/>
                </a:solidFill>
                <a:latin typeface="Poppins" pitchFamily="34" charset="0"/>
                <a:ea typeface="Poppins" pitchFamily="34" charset="-122"/>
                <a:cs typeface="Poppins" pitchFamily="34" charset="-120"/>
              </a:rPr>
              <a:t>.  </a:t>
            </a:r>
            <a:r>
              <a:rPr lang="en-US" sz="1500" b="1" dirty="0">
                <a:solidFill>
                  <a:srgbClr val="F15B39"/>
                </a:solidFill>
                <a:latin typeface="Poppins" pitchFamily="34" charset="0"/>
                <a:ea typeface="Poppins" pitchFamily="34" charset="-122"/>
                <a:cs typeface="Poppins" pitchFamily="34" charset="-120"/>
              </a:rPr>
              <a:t>Leader</a:t>
            </a:r>
            <a:r>
              <a:rPr lang="en-US" sz="1500" dirty="0">
                <a:solidFill>
                  <a:srgbClr val="1C1C1C"/>
                </a:solidFill>
                <a:latin typeface="Poppins" pitchFamily="34" charset="0"/>
                <a:ea typeface="Poppins" pitchFamily="34" charset="-122"/>
                <a:cs typeface="Poppins" pitchFamily="34" charset="-120"/>
              </a:rPr>
              <a:t>: reviews the changes and clicks </a:t>
            </a:r>
            <a:r>
              <a:rPr lang="en-US" sz="1500" b="1" dirty="0">
                <a:solidFill>
                  <a:srgbClr val="1C1C1C"/>
                </a:solidFill>
                <a:latin typeface="Poppins" pitchFamily="34" charset="0"/>
                <a:ea typeface="Poppins" pitchFamily="34" charset="-122"/>
                <a:cs typeface="Poppins" pitchFamily="34" charset="-120"/>
              </a:rPr>
              <a:t>Merge pull request</a:t>
            </a:r>
            <a:r>
              <a:rPr lang="en-US" sz="1500" dirty="0">
                <a:solidFill>
                  <a:srgbClr val="1C1C1C"/>
                </a:solidFill>
                <a:latin typeface="Poppins" pitchFamily="34" charset="0"/>
                <a:ea typeface="Poppins" pitchFamily="34" charset="-122"/>
                <a:cs typeface="Poppins" pitchFamily="34" charset="-120"/>
              </a:rPr>
              <a:t>.  You never merge your own work into main.</a:t>
            </a:r>
            <a:endParaRPr lang="en-US" sz="1500" dirty="0"/>
          </a:p>
        </p:txBody>
      </p:sp>
      <p:sp>
        <p:nvSpPr>
          <p:cNvPr id="17" name="Text 15"/>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8" name="Text 16"/>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F15B39"/>
                </a:solidFill>
                <a:latin typeface="Poppins" pitchFamily="34" charset="0"/>
                <a:ea typeface="Poppins" pitchFamily="34" charset="-122"/>
                <a:cs typeface="Poppins" pitchFamily="34" charset="-120"/>
              </a:rPr>
              <a:t>DON'T PANIC</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Merge conflicts</a:t>
            </a:r>
            <a:endParaRPr lang="en-US" sz="3300" dirty="0"/>
          </a:p>
        </p:txBody>
      </p:sp>
      <p:sp>
        <p:nvSpPr>
          <p:cNvPr id="4" name="Text 2"/>
          <p:cNvSpPr txBox="1"/>
          <p:nvPr/>
        </p:nvSpPr>
        <p:spPr>
          <a:xfrm>
            <a:off x="640080" y="1737360"/>
            <a:ext cx="10789920" cy="731520"/>
          </a:xfrm>
          <a:prstGeom prst="rect">
            <a:avLst/>
          </a:prstGeom>
          <a:noFill/>
          <a:ln/>
        </p:spPr>
        <p:txBody>
          <a:bodyPr wrap="square" lIns="0" tIns="0" rIns="0" bIns="0" rtlCol="0" anchor="ctr"/>
          <a:lstStyle/>
          <a:p>
            <a:pPr marL="0" indent="0">
              <a:lnSpc>
                <a:spcPct val="115000"/>
              </a:lnSpc>
              <a:buNone/>
            </a:pPr>
            <a:r>
              <a:rPr lang="en-US" sz="1500" dirty="0">
                <a:solidFill>
                  <a:srgbClr val="1C1C1C"/>
                </a:solidFill>
                <a:latin typeface="Poppins" pitchFamily="34" charset="0"/>
                <a:ea typeface="Poppins" pitchFamily="34" charset="-122"/>
                <a:cs typeface="Poppins" pitchFamily="34" charset="-120"/>
              </a:rPr>
              <a:t>A conflict only happens when two people change the SAME lines in the SAME file. Git can't choose, so it asks a human.</a:t>
            </a:r>
            <a:endParaRPr lang="en-US" sz="1500" dirty="0"/>
          </a:p>
        </p:txBody>
      </p:sp>
      <p:sp>
        <p:nvSpPr>
          <p:cNvPr id="5" name="Shape 3"/>
          <p:cNvSpPr/>
          <p:nvPr/>
        </p:nvSpPr>
        <p:spPr>
          <a:xfrm>
            <a:off x="640080" y="2468880"/>
            <a:ext cx="6035040" cy="2631440"/>
          </a:xfrm>
          <a:prstGeom prst="roundRect">
            <a:avLst>
              <a:gd name="adj" fmla="val 4167"/>
            </a:avLst>
          </a:prstGeom>
          <a:solidFill>
            <a:srgbClr val="0F2340"/>
          </a:solidFill>
          <a:ln/>
        </p:spPr>
      </p:sp>
      <p:sp>
        <p:nvSpPr>
          <p:cNvPr id="6" name="Text 4"/>
          <p:cNvSpPr txBox="1"/>
          <p:nvPr/>
        </p:nvSpPr>
        <p:spPr>
          <a:xfrm>
            <a:off x="868680" y="2834640"/>
            <a:ext cx="5669280" cy="1828800"/>
          </a:xfrm>
          <a:prstGeom prst="rect">
            <a:avLst/>
          </a:prstGeom>
          <a:noFill/>
          <a:ln/>
        </p:spPr>
        <p:txBody>
          <a:bodyPr wrap="square" lIns="0" tIns="0" rIns="0" bIns="0" rtlCol="0" anchor="ctr"/>
          <a:lstStyle/>
          <a:p>
            <a:pPr marL="0" indent="0">
              <a:lnSpc>
                <a:spcPct val="125000"/>
              </a:lnSpc>
              <a:buNone/>
            </a:pPr>
            <a:r>
              <a:rPr lang="en-US" sz="1400" dirty="0">
                <a:solidFill>
                  <a:srgbClr val="FECD3E"/>
                </a:solidFill>
                <a:latin typeface="Consolas" pitchFamily="34" charset="0"/>
                <a:ea typeface="Consolas" pitchFamily="34" charset="-122"/>
                <a:cs typeface="Consolas" pitchFamily="34" charset="-120"/>
              </a:rPr>
              <a:t>&lt;&lt;&lt;&lt;&lt;&lt;&lt; HEAD
</a:t>
            </a:r>
            <a:endParaRPr lang="en-US" sz="1400" dirty="0"/>
          </a:p>
          <a:p>
            <a:pPr marL="0" indent="0">
              <a:lnSpc>
                <a:spcPct val="125000"/>
              </a:lnSpc>
              <a:buNone/>
            </a:pPr>
            <a:r>
              <a:rPr lang="en-US" sz="1400" dirty="0">
                <a:solidFill>
                  <a:srgbClr val="D7E0EE"/>
                </a:solidFill>
                <a:latin typeface="Consolas" pitchFamily="34" charset="0"/>
                <a:ea typeface="Consolas" pitchFamily="34" charset="-122"/>
                <a:cs typeface="Consolas" pitchFamily="34" charset="-120"/>
              </a:rPr>
              <a:t>the code already in main
</a:t>
            </a:r>
            <a:endParaRPr lang="en-US" sz="1400" dirty="0"/>
          </a:p>
          <a:p>
            <a:pPr marL="0" indent="0">
              <a:lnSpc>
                <a:spcPct val="125000"/>
              </a:lnSpc>
              <a:buNone/>
            </a:pPr>
            <a:r>
              <a:rPr lang="en-US" sz="1400" dirty="0">
                <a:solidFill>
                  <a:srgbClr val="FECD3E"/>
                </a:solidFill>
                <a:latin typeface="Consolas" pitchFamily="34" charset="0"/>
                <a:ea typeface="Consolas" pitchFamily="34" charset="-122"/>
                <a:cs typeface="Consolas" pitchFamily="34" charset="-120"/>
              </a:rPr>
              <a:t>=======
</a:t>
            </a:r>
            <a:endParaRPr lang="en-US" sz="1400" dirty="0"/>
          </a:p>
          <a:p>
            <a:pPr marL="0" indent="0">
              <a:lnSpc>
                <a:spcPct val="125000"/>
              </a:lnSpc>
              <a:buNone/>
            </a:pPr>
            <a:r>
              <a:rPr lang="en-US" sz="1400" dirty="0">
                <a:solidFill>
                  <a:srgbClr val="D7E0EE"/>
                </a:solidFill>
                <a:latin typeface="Consolas" pitchFamily="34" charset="0"/>
                <a:ea typeface="Consolas" pitchFamily="34" charset="-122"/>
                <a:cs typeface="Consolas" pitchFamily="34" charset="-120"/>
              </a:rPr>
              <a:t>the code from your branch
</a:t>
            </a:r>
            <a:endParaRPr lang="en-US" sz="1400" dirty="0"/>
          </a:p>
          <a:p>
            <a:pPr marL="0" indent="0">
              <a:lnSpc>
                <a:spcPct val="125000"/>
              </a:lnSpc>
              <a:buNone/>
            </a:pPr>
            <a:r>
              <a:rPr lang="en-US" sz="1400" dirty="0">
                <a:solidFill>
                  <a:srgbClr val="FECD3E"/>
                </a:solidFill>
                <a:latin typeface="Consolas" pitchFamily="34" charset="0"/>
                <a:ea typeface="Consolas" pitchFamily="34" charset="-122"/>
                <a:cs typeface="Consolas" pitchFamily="34" charset="-120"/>
              </a:rPr>
              <a:t>&gt;&gt;&gt;&gt;&gt;&gt;&gt; hunain</a:t>
            </a:r>
            <a:endParaRPr lang="en-US" sz="1400" dirty="0"/>
          </a:p>
        </p:txBody>
      </p:sp>
      <p:sp>
        <p:nvSpPr>
          <p:cNvPr id="7" name="Text 5"/>
          <p:cNvSpPr txBox="1"/>
          <p:nvPr/>
        </p:nvSpPr>
        <p:spPr>
          <a:xfrm>
            <a:off x="6949440" y="2651760"/>
            <a:ext cx="4572000" cy="365760"/>
          </a:xfrm>
          <a:prstGeom prst="rect">
            <a:avLst/>
          </a:prstGeom>
          <a:noFill/>
          <a:ln/>
        </p:spPr>
        <p:txBody>
          <a:bodyPr wrap="square" lIns="0" tIns="0" rIns="0" bIns="0" rtlCol="0" anchor="ctr"/>
          <a:lstStyle/>
          <a:p>
            <a:pPr marL="0" indent="0">
              <a:buNone/>
            </a:pPr>
            <a:r>
              <a:rPr lang="en-US" sz="1500" b="1" dirty="0">
                <a:solidFill>
                  <a:srgbClr val="1E407A"/>
                </a:solidFill>
                <a:latin typeface="Poppins" pitchFamily="34" charset="0"/>
                <a:ea typeface="Poppins" pitchFamily="34" charset="-122"/>
                <a:cs typeface="Poppins" pitchFamily="34" charset="-120"/>
              </a:rPr>
              <a:t>How to fix it:</a:t>
            </a:r>
            <a:endParaRPr lang="en-US" sz="1500" dirty="0"/>
          </a:p>
        </p:txBody>
      </p:sp>
      <p:sp>
        <p:nvSpPr>
          <p:cNvPr id="8" name="Text 6"/>
          <p:cNvSpPr txBox="1"/>
          <p:nvPr/>
        </p:nvSpPr>
        <p:spPr>
          <a:xfrm>
            <a:off x="6949440" y="3108960"/>
            <a:ext cx="4572000" cy="1737360"/>
          </a:xfrm>
          <a:prstGeom prst="rect">
            <a:avLst/>
          </a:prstGeom>
          <a:noFill/>
          <a:ln/>
        </p:spPr>
        <p:txBody>
          <a:bodyPr wrap="square" lIns="0" tIns="0" rIns="0" bIns="0" rtlCol="0" anchor="ctr"/>
          <a:lstStyle/>
          <a:p>
            <a:pPr marL="0" indent="0">
              <a:lnSpc>
                <a:spcPct val="130000"/>
              </a:lnSpc>
              <a:buNone/>
            </a:pPr>
            <a:r>
              <a:rPr lang="en-US" sz="1400" dirty="0">
                <a:solidFill>
                  <a:srgbClr val="1C1C1C"/>
                </a:solidFill>
                <a:latin typeface="Poppins" pitchFamily="34" charset="0"/>
                <a:ea typeface="Poppins" pitchFamily="34" charset="-122"/>
                <a:cs typeface="Poppins" pitchFamily="34" charset="-120"/>
              </a:rPr>
              <a:t>1. Open the file
</a:t>
            </a:r>
            <a:endParaRPr lang="en-US" sz="1400" dirty="0"/>
          </a:p>
          <a:p>
            <a:pPr marL="0" indent="0">
              <a:lnSpc>
                <a:spcPct val="130000"/>
              </a:lnSpc>
              <a:buNone/>
            </a:pPr>
            <a:r>
              <a:rPr lang="en-US" sz="1400" dirty="0">
                <a:solidFill>
                  <a:srgbClr val="1C1C1C"/>
                </a:solidFill>
                <a:latin typeface="Poppins" pitchFamily="34" charset="0"/>
                <a:ea typeface="Poppins" pitchFamily="34" charset="-122"/>
                <a:cs typeface="Poppins" pitchFamily="34" charset="-120"/>
              </a:rPr>
              <a:t>2. Keep the right code, delete the other
</a:t>
            </a:r>
            <a:endParaRPr lang="en-US" sz="1400" dirty="0"/>
          </a:p>
          <a:p>
            <a:pPr marL="0" indent="0">
              <a:lnSpc>
                <a:spcPct val="130000"/>
              </a:lnSpc>
              <a:buNone/>
            </a:pPr>
            <a:r>
              <a:rPr lang="en-US" sz="1400" dirty="0">
                <a:solidFill>
                  <a:srgbClr val="1C1C1C"/>
                </a:solidFill>
                <a:latin typeface="Poppins" pitchFamily="34" charset="0"/>
                <a:ea typeface="Poppins" pitchFamily="34" charset="-122"/>
                <a:cs typeface="Poppins" pitchFamily="34" charset="-120"/>
              </a:rPr>
              <a:t>3. Delete the &lt;&lt;&lt;, ===, &gt;&gt;&gt; lines
</a:t>
            </a:r>
            <a:endParaRPr lang="en-US" sz="1400" dirty="0"/>
          </a:p>
          <a:p>
            <a:pPr marL="0" indent="0">
              <a:lnSpc>
                <a:spcPct val="130000"/>
              </a:lnSpc>
              <a:buNone/>
            </a:pPr>
            <a:r>
              <a:rPr lang="en-US" sz="1400" dirty="0">
                <a:solidFill>
                  <a:srgbClr val="1C1C1C"/>
                </a:solidFill>
                <a:latin typeface="Poppins" pitchFamily="34" charset="0"/>
                <a:ea typeface="Poppins" pitchFamily="34" charset="-122"/>
                <a:cs typeface="Poppins" pitchFamily="34" charset="-120"/>
              </a:rPr>
              <a:t>4. Save, then add / commit / push</a:t>
            </a:r>
            <a:endParaRPr lang="en-US" sz="1400" dirty="0"/>
          </a:p>
        </p:txBody>
      </p:sp>
      <p:sp>
        <p:nvSpPr>
          <p:cNvPr id="9" name="Text 7"/>
          <p:cNvSpPr txBox="1"/>
          <p:nvPr/>
        </p:nvSpPr>
        <p:spPr>
          <a:xfrm>
            <a:off x="640080" y="5120640"/>
            <a:ext cx="10789920" cy="640080"/>
          </a:xfrm>
          <a:prstGeom prst="rect">
            <a:avLst/>
          </a:prstGeom>
          <a:noFill/>
          <a:ln/>
        </p:spPr>
        <p:txBody>
          <a:bodyPr wrap="square" lIns="0" tIns="0" rIns="0" bIns="0" rtlCol="0" anchor="ctr"/>
          <a:lstStyle/>
          <a:p>
            <a:pPr marL="0" indent="0">
              <a:lnSpc>
                <a:spcPct val="110000"/>
              </a:lnSpc>
              <a:buNone/>
            </a:pPr>
            <a:r>
              <a:rPr lang="en-US" sz="1300" i="1" dirty="0">
                <a:solidFill>
                  <a:srgbClr val="6B6B6B"/>
                </a:solidFill>
                <a:latin typeface="Poppins" pitchFamily="34" charset="0"/>
                <a:ea typeface="Poppins" pitchFamily="34" charset="-122"/>
                <a:cs typeface="Poppins" pitchFamily="34" charset="-120"/>
              </a:rPr>
              <a:t>Where they show up: usually when you pull (fix on your laptop), or on the Pull Request page. Pull often to avoid them, and tell the leader if stuck.</a:t>
            </a:r>
            <a:endParaRPr lang="en-US" sz="1300" dirty="0"/>
          </a:p>
        </p:txBody>
      </p:sp>
      <p:sp>
        <p:nvSpPr>
          <p:cNvPr id="10" name="Text 8"/>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1" name="Text 9"/>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407A"/>
                </a:solidFill>
                <a:latin typeface="Poppins" pitchFamily="34" charset="0"/>
                <a:ea typeface="Poppins" pitchFamily="34" charset="-122"/>
                <a:cs typeface="Poppins" pitchFamily="34" charset="-120"/>
              </a:rPr>
              <a:t>TEAMWORK RULE</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300" b="1" dirty="0">
                <a:solidFill>
                  <a:srgbClr val="1E407A"/>
                </a:solidFill>
                <a:latin typeface="Poppins" pitchFamily="34" charset="0"/>
                <a:ea typeface="Poppins" pitchFamily="34" charset="-122"/>
                <a:cs typeface="Poppins" pitchFamily="34" charset="-120"/>
              </a:rPr>
              <a:t>One shared style.css</a:t>
            </a:r>
            <a:endParaRPr lang="en-US" sz="3300" dirty="0"/>
          </a:p>
        </p:txBody>
      </p:sp>
      <p:sp>
        <p:nvSpPr>
          <p:cNvPr id="4" name="Shape 2"/>
          <p:cNvSpPr/>
          <p:nvPr/>
        </p:nvSpPr>
        <p:spPr>
          <a:xfrm>
            <a:off x="731520" y="1828800"/>
            <a:ext cx="411480" cy="411480"/>
          </a:xfrm>
          <a:prstGeom prst="ellipse">
            <a:avLst/>
          </a:prstGeom>
          <a:solidFill>
            <a:srgbClr val="1E407A"/>
          </a:solidFill>
          <a:ln/>
        </p:spPr>
      </p:sp>
      <p:sp>
        <p:nvSpPr>
          <p:cNvPr id="5" name="Text 3"/>
          <p:cNvSpPr txBox="1"/>
          <p:nvPr/>
        </p:nvSpPr>
        <p:spPr>
          <a:xfrm>
            <a:off x="731520" y="18288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1</a:t>
            </a:r>
            <a:endParaRPr lang="en-US" sz="1400" dirty="0"/>
          </a:p>
        </p:txBody>
      </p:sp>
      <p:sp>
        <p:nvSpPr>
          <p:cNvPr id="6" name="Text 4"/>
          <p:cNvSpPr txBox="1"/>
          <p:nvPr/>
        </p:nvSpPr>
        <p:spPr>
          <a:xfrm>
            <a:off x="1325880" y="1783080"/>
            <a:ext cx="5486400" cy="868680"/>
          </a:xfrm>
          <a:prstGeom prst="rect">
            <a:avLst/>
          </a:prstGeom>
          <a:noFill/>
          <a:ln/>
        </p:spPr>
        <p:txBody>
          <a:bodyPr wrap="square" lIns="0" tIns="0" rIns="0" bIns="0" rtlCol="0" anchor="ctr"/>
          <a:lstStyle/>
          <a:p>
            <a:pPr marL="0" indent="0">
              <a:lnSpc>
                <a:spcPct val="110000"/>
              </a:lnSpc>
              <a:buNone/>
            </a:pPr>
            <a:r>
              <a:rPr lang="en-US" sz="1350" b="1" dirty="0">
                <a:solidFill>
                  <a:srgbClr val="1E407A"/>
                </a:solidFill>
                <a:latin typeface="Poppins" pitchFamily="34" charset="0"/>
                <a:ea typeface="Poppins" pitchFamily="34" charset="-122"/>
                <a:cs typeface="Poppins" pitchFamily="34" charset="-120"/>
              </a:rPr>
              <a:t>One shared file  </a:t>
            </a:r>
            <a:r>
              <a:rPr lang="en-US" sz="1350" dirty="0">
                <a:solidFill>
                  <a:srgbClr val="1C1C1C"/>
                </a:solidFill>
                <a:latin typeface="Poppins" pitchFamily="34" charset="0"/>
                <a:ea typeface="Poppins" pitchFamily="34" charset="-122"/>
                <a:cs typeface="Poppins" pitchFamily="34" charset="-120"/>
              </a:rPr>
              <a:t>Everyone uses the same style.css. It's the single source of the look.</a:t>
            </a:r>
            <a:endParaRPr lang="en-US" sz="1350" dirty="0"/>
          </a:p>
        </p:txBody>
      </p:sp>
      <p:sp>
        <p:nvSpPr>
          <p:cNvPr id="7" name="Shape 5"/>
          <p:cNvSpPr/>
          <p:nvPr/>
        </p:nvSpPr>
        <p:spPr>
          <a:xfrm>
            <a:off x="731520" y="2788920"/>
            <a:ext cx="411480" cy="411480"/>
          </a:xfrm>
          <a:prstGeom prst="ellipse">
            <a:avLst/>
          </a:prstGeom>
          <a:solidFill>
            <a:srgbClr val="E990B9"/>
          </a:solidFill>
          <a:ln/>
        </p:spPr>
      </p:sp>
      <p:sp>
        <p:nvSpPr>
          <p:cNvPr id="8" name="Text 6"/>
          <p:cNvSpPr txBox="1"/>
          <p:nvPr/>
        </p:nvSpPr>
        <p:spPr>
          <a:xfrm>
            <a:off x="731520" y="27889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2</a:t>
            </a:r>
            <a:endParaRPr lang="en-US" sz="1400" dirty="0"/>
          </a:p>
        </p:txBody>
      </p:sp>
      <p:sp>
        <p:nvSpPr>
          <p:cNvPr id="9" name="Text 7"/>
          <p:cNvSpPr txBox="1"/>
          <p:nvPr/>
        </p:nvSpPr>
        <p:spPr>
          <a:xfrm>
            <a:off x="1325880" y="2743200"/>
            <a:ext cx="5486400" cy="868680"/>
          </a:xfrm>
          <a:prstGeom prst="rect">
            <a:avLst/>
          </a:prstGeom>
          <a:noFill/>
          <a:ln/>
        </p:spPr>
        <p:txBody>
          <a:bodyPr wrap="square" lIns="0" tIns="0" rIns="0" bIns="0" rtlCol="0" anchor="ctr"/>
          <a:lstStyle/>
          <a:p>
            <a:pPr marL="0" indent="0">
              <a:lnSpc>
                <a:spcPct val="110000"/>
              </a:lnSpc>
              <a:buNone/>
            </a:pPr>
            <a:r>
              <a:rPr lang="en-US" sz="1350" b="1" dirty="0">
                <a:solidFill>
                  <a:srgbClr val="1E407A"/>
                </a:solidFill>
                <a:latin typeface="Poppins" pitchFamily="34" charset="0"/>
                <a:ea typeface="Poppins" pitchFamily="34" charset="-122"/>
                <a:cs typeface="Poppins" pitchFamily="34" charset="-120"/>
              </a:rPr>
              <a:t>Unique class names  </a:t>
            </a:r>
            <a:r>
              <a:rPr lang="en-US" sz="1350" dirty="0">
                <a:solidFill>
                  <a:srgbClr val="1C1C1C"/>
                </a:solidFill>
                <a:latin typeface="Poppins" pitchFamily="34" charset="0"/>
                <a:ea typeface="Poppins" pitchFamily="34" charset="-122"/>
                <a:cs typeface="Poppins" pitchFamily="34" charset="-120"/>
              </a:rPr>
              <a:t>Name classes after your section: .home-hero, .contact-form. Never generic names like .box.</a:t>
            </a:r>
            <a:endParaRPr lang="en-US" sz="1350" dirty="0"/>
          </a:p>
        </p:txBody>
      </p:sp>
      <p:sp>
        <p:nvSpPr>
          <p:cNvPr id="10" name="Shape 8"/>
          <p:cNvSpPr/>
          <p:nvPr/>
        </p:nvSpPr>
        <p:spPr>
          <a:xfrm>
            <a:off x="731520" y="3749040"/>
            <a:ext cx="411480" cy="411480"/>
          </a:xfrm>
          <a:prstGeom prst="ellipse">
            <a:avLst/>
          </a:prstGeom>
          <a:solidFill>
            <a:srgbClr val="FECD3E"/>
          </a:solidFill>
          <a:ln/>
        </p:spPr>
      </p:sp>
      <p:sp>
        <p:nvSpPr>
          <p:cNvPr id="11" name="Text 9"/>
          <p:cNvSpPr txBox="1"/>
          <p:nvPr/>
        </p:nvSpPr>
        <p:spPr>
          <a:xfrm>
            <a:off x="731520" y="3749040"/>
            <a:ext cx="411480" cy="411480"/>
          </a:xfrm>
          <a:prstGeom prst="rect">
            <a:avLst/>
          </a:prstGeom>
          <a:noFill/>
          <a:ln/>
        </p:spPr>
        <p:txBody>
          <a:bodyPr wrap="square" lIns="0" tIns="0" rIns="0" bIns="0" rtlCol="0" anchor="ctr"/>
          <a:lstStyle/>
          <a:p>
            <a:pPr marL="0" indent="0" algn="ctr">
              <a:buNone/>
            </a:pPr>
            <a:r>
              <a:rPr lang="en-US" sz="1400" b="1" dirty="0">
                <a:solidFill>
                  <a:srgbClr val="1C1C1C"/>
                </a:solidFill>
                <a:latin typeface="Poppins" pitchFamily="34" charset="0"/>
                <a:ea typeface="Poppins" pitchFamily="34" charset="-122"/>
                <a:cs typeface="Poppins" pitchFamily="34" charset="-120"/>
              </a:rPr>
              <a:t>3</a:t>
            </a:r>
            <a:endParaRPr lang="en-US" sz="1400" dirty="0"/>
          </a:p>
        </p:txBody>
      </p:sp>
      <p:sp>
        <p:nvSpPr>
          <p:cNvPr id="12" name="Text 10"/>
          <p:cNvSpPr txBox="1"/>
          <p:nvPr/>
        </p:nvSpPr>
        <p:spPr>
          <a:xfrm>
            <a:off x="1325880" y="3703320"/>
            <a:ext cx="5486400" cy="868680"/>
          </a:xfrm>
          <a:prstGeom prst="rect">
            <a:avLst/>
          </a:prstGeom>
          <a:noFill/>
          <a:ln/>
        </p:spPr>
        <p:txBody>
          <a:bodyPr wrap="square" lIns="0" tIns="0" rIns="0" bIns="0" rtlCol="0" anchor="ctr"/>
          <a:lstStyle/>
          <a:p>
            <a:pPr marL="0" indent="0">
              <a:lnSpc>
                <a:spcPct val="110000"/>
              </a:lnSpc>
              <a:buNone/>
            </a:pPr>
            <a:r>
              <a:rPr lang="en-US" sz="1350" b="1" dirty="0">
                <a:solidFill>
                  <a:srgbClr val="1E407A"/>
                </a:solidFill>
                <a:latin typeface="Poppins" pitchFamily="34" charset="0"/>
                <a:ea typeface="Poppins" pitchFamily="34" charset="-122"/>
                <a:cs typeface="Poppins" pitchFamily="34" charset="-120"/>
              </a:rPr>
              <a:t>Never delete others' code  </a:t>
            </a:r>
            <a:r>
              <a:rPr lang="en-US" sz="1350" dirty="0">
                <a:solidFill>
                  <a:srgbClr val="1C1C1C"/>
                </a:solidFill>
                <a:latin typeface="Poppins" pitchFamily="34" charset="0"/>
                <a:ea typeface="Poppins" pitchFamily="34" charset="-122"/>
                <a:cs typeface="Poppins" pitchFamily="34" charset="-120"/>
              </a:rPr>
              <a:t>Only add or change YOUR part. If something's wrong, tell them, don't overwrite.</a:t>
            </a:r>
            <a:endParaRPr lang="en-US" sz="1350" dirty="0"/>
          </a:p>
        </p:txBody>
      </p:sp>
      <p:sp>
        <p:nvSpPr>
          <p:cNvPr id="13" name="Shape 11"/>
          <p:cNvSpPr/>
          <p:nvPr/>
        </p:nvSpPr>
        <p:spPr>
          <a:xfrm>
            <a:off x="731520" y="4709160"/>
            <a:ext cx="411480" cy="411480"/>
          </a:xfrm>
          <a:prstGeom prst="ellipse">
            <a:avLst/>
          </a:prstGeom>
          <a:solidFill>
            <a:srgbClr val="51B2A2"/>
          </a:solidFill>
          <a:ln/>
        </p:spPr>
      </p:sp>
      <p:sp>
        <p:nvSpPr>
          <p:cNvPr id="14" name="Text 12"/>
          <p:cNvSpPr txBox="1"/>
          <p:nvPr/>
        </p:nvSpPr>
        <p:spPr>
          <a:xfrm>
            <a:off x="731520" y="47091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4</a:t>
            </a:r>
            <a:endParaRPr lang="en-US" sz="1400" dirty="0"/>
          </a:p>
        </p:txBody>
      </p:sp>
      <p:sp>
        <p:nvSpPr>
          <p:cNvPr id="15" name="Text 13"/>
          <p:cNvSpPr txBox="1"/>
          <p:nvPr/>
        </p:nvSpPr>
        <p:spPr>
          <a:xfrm>
            <a:off x="1325880" y="4663440"/>
            <a:ext cx="5486400" cy="868680"/>
          </a:xfrm>
          <a:prstGeom prst="rect">
            <a:avLst/>
          </a:prstGeom>
          <a:noFill/>
          <a:ln/>
        </p:spPr>
        <p:txBody>
          <a:bodyPr wrap="square" lIns="0" tIns="0" rIns="0" bIns="0" rtlCol="0" anchor="ctr"/>
          <a:lstStyle/>
          <a:p>
            <a:pPr marL="0" indent="0">
              <a:lnSpc>
                <a:spcPct val="110000"/>
              </a:lnSpc>
              <a:buNone/>
            </a:pPr>
            <a:r>
              <a:rPr lang="en-US" sz="1350" b="1" dirty="0">
                <a:solidFill>
                  <a:srgbClr val="1E407A"/>
                </a:solidFill>
                <a:latin typeface="Poppins" pitchFamily="34" charset="0"/>
                <a:ea typeface="Poppins" pitchFamily="34" charset="-122"/>
                <a:cs typeface="Poppins" pitchFamily="34" charset="-120"/>
              </a:rPr>
              <a:t>Use the :root variables  </a:t>
            </a:r>
            <a:r>
              <a:rPr lang="en-US" sz="1350" dirty="0">
                <a:solidFill>
                  <a:srgbClr val="1C1C1C"/>
                </a:solidFill>
                <a:latin typeface="Poppins" pitchFamily="34" charset="0"/>
                <a:ea typeface="Poppins" pitchFamily="34" charset="-122"/>
                <a:cs typeface="Poppins" pitchFamily="34" charset="-120"/>
              </a:rPr>
              <a:t>Use var(--blue), not #1e407a. One change updates the whole site.</a:t>
            </a:r>
            <a:endParaRPr lang="en-US" sz="1350" dirty="0"/>
          </a:p>
        </p:txBody>
      </p:sp>
      <p:sp>
        <p:nvSpPr>
          <p:cNvPr id="16" name="Shape 14"/>
          <p:cNvSpPr/>
          <p:nvPr/>
        </p:nvSpPr>
        <p:spPr>
          <a:xfrm>
            <a:off x="7132320" y="1066800"/>
            <a:ext cx="4429760" cy="5293360"/>
          </a:xfrm>
          <a:prstGeom prst="roundRect">
            <a:avLst>
              <a:gd name="adj" fmla="val 2381"/>
            </a:avLst>
          </a:prstGeom>
          <a:solidFill>
            <a:srgbClr val="0F2340"/>
          </a:solidFill>
          <a:ln/>
        </p:spPr>
      </p:sp>
      <p:sp>
        <p:nvSpPr>
          <p:cNvPr id="17" name="Text 15"/>
          <p:cNvSpPr txBox="1"/>
          <p:nvPr/>
        </p:nvSpPr>
        <p:spPr>
          <a:xfrm>
            <a:off x="7360920" y="2011680"/>
            <a:ext cx="4023360" cy="3474720"/>
          </a:xfrm>
          <a:prstGeom prst="rect">
            <a:avLst/>
          </a:prstGeom>
          <a:noFill/>
          <a:ln/>
        </p:spPr>
        <p:txBody>
          <a:bodyPr wrap="square" lIns="0" tIns="0" rIns="0" bIns="0" rtlCol="0" anchor="ctr"/>
          <a:lstStyle/>
          <a:p>
            <a:pPr marL="0" indent="0">
              <a:lnSpc>
                <a:spcPct val="120000"/>
              </a:lnSpc>
              <a:buNone/>
            </a:pPr>
            <a:r>
              <a:rPr lang="en-US" sz="1300" dirty="0">
                <a:solidFill>
                  <a:srgbClr val="D7E0EE"/>
                </a:solidFill>
                <a:latin typeface="Consolas" pitchFamily="34" charset="0"/>
                <a:ea typeface="Consolas" pitchFamily="34" charset="-122"/>
                <a:cs typeface="Consolas" pitchFamily="34" charset="-120"/>
              </a:rPr>
              <a:t>:root{
</a:t>
            </a:r>
            <a:endParaRPr lang="en-US" sz="1300" dirty="0"/>
          </a:p>
          <a:p>
            <a:pPr marL="0" indent="0">
              <a:lnSpc>
                <a:spcPct val="120000"/>
              </a:lnSpc>
              <a:buNone/>
            </a:pPr>
            <a:r>
              <a:rPr lang="en-US" sz="1300" dirty="0">
                <a:solidFill>
                  <a:srgbClr val="FECD3E"/>
                </a:solidFill>
                <a:latin typeface="Consolas" pitchFamily="34" charset="0"/>
                <a:ea typeface="Consolas" pitchFamily="34" charset="-122"/>
                <a:cs typeface="Consolas" pitchFamily="34" charset="-120"/>
              </a:rPr>
              <a:t>  --blue:#1e407a;
</a:t>
            </a:r>
            <a:endParaRPr lang="en-US" sz="1300" dirty="0"/>
          </a:p>
          <a:p>
            <a:pPr marL="0" indent="0">
              <a:lnSpc>
                <a:spcPct val="120000"/>
              </a:lnSpc>
              <a:buNone/>
            </a:pPr>
            <a:r>
              <a:rPr lang="en-US" sz="1300" dirty="0">
                <a:solidFill>
                  <a:srgbClr val="FECD3E"/>
                </a:solidFill>
                <a:latin typeface="Consolas" pitchFamily="34" charset="0"/>
                <a:ea typeface="Consolas" pitchFamily="34" charset="-122"/>
                <a:cs typeface="Consolas" pitchFamily="34" charset="-120"/>
              </a:rPr>
              <a:t>  --pink:#e990b9;
</a:t>
            </a:r>
            <a:endParaRPr lang="en-US" sz="1300" dirty="0"/>
          </a:p>
          <a:p>
            <a:pPr marL="0" indent="0">
              <a:lnSpc>
                <a:spcPct val="120000"/>
              </a:lnSpc>
              <a:buNone/>
            </a:pPr>
            <a:r>
              <a:rPr lang="en-US" sz="1300" dirty="0">
                <a:solidFill>
                  <a:srgbClr val="FECD3E"/>
                </a:solidFill>
                <a:latin typeface="Consolas" pitchFamily="34" charset="0"/>
                <a:ea typeface="Consolas" pitchFamily="34" charset="-122"/>
                <a:cs typeface="Consolas" pitchFamily="34" charset="-120"/>
              </a:rPr>
              <a:t>  --yellow:#fecd3e;
</a:t>
            </a:r>
            <a:endParaRPr lang="en-US" sz="1300" dirty="0"/>
          </a:p>
          <a:p>
            <a:pPr marL="0" indent="0">
              <a:lnSpc>
                <a:spcPct val="120000"/>
              </a:lnSpc>
              <a:buNone/>
            </a:pPr>
            <a:r>
              <a:rPr lang="en-US" sz="1300" dirty="0">
                <a:solidFill>
                  <a:srgbClr val="FECD3E"/>
                </a:solidFill>
                <a:latin typeface="Consolas" pitchFamily="34" charset="0"/>
                <a:ea typeface="Consolas" pitchFamily="34" charset="-122"/>
                <a:cs typeface="Consolas" pitchFamily="34" charset="-120"/>
              </a:rPr>
              <a:t>  --green:#51b2a2;
</a:t>
            </a:r>
            <a:endParaRPr lang="en-US" sz="1300" dirty="0"/>
          </a:p>
          <a:p>
            <a:pPr marL="0" indent="0">
              <a:lnSpc>
                <a:spcPct val="120000"/>
              </a:lnSpc>
              <a:buNone/>
            </a:pPr>
            <a:r>
              <a:rPr lang="en-US" sz="1300" dirty="0">
                <a:solidFill>
                  <a:srgbClr val="FECD3E"/>
                </a:solidFill>
                <a:latin typeface="Consolas" pitchFamily="34" charset="0"/>
                <a:ea typeface="Consolas" pitchFamily="34" charset="-122"/>
                <a:cs typeface="Consolas" pitchFamily="34" charset="-120"/>
              </a:rPr>
              <a:t>  --font:'Poppins';
</a:t>
            </a:r>
            <a:endParaRPr lang="en-US" sz="1300" dirty="0"/>
          </a:p>
          <a:p>
            <a:pPr marL="0" indent="0">
              <a:lnSpc>
                <a:spcPct val="120000"/>
              </a:lnSpc>
              <a:buNone/>
            </a:pPr>
            <a:r>
              <a:rPr lang="en-US" sz="1300" dirty="0">
                <a:solidFill>
                  <a:srgbClr val="D7E0EE"/>
                </a:solidFill>
                <a:latin typeface="Consolas" pitchFamily="34" charset="0"/>
                <a:ea typeface="Consolas" pitchFamily="34" charset="-122"/>
                <a:cs typeface="Consolas" pitchFamily="34" charset="-120"/>
              </a:rPr>
              <a:t>}
</a:t>
            </a:r>
            <a:endParaRPr lang="en-US" sz="1300" dirty="0"/>
          </a:p>
          <a:p>
            <a:pPr marL="0" indent="0">
              <a:lnSpc>
                <a:spcPct val="120000"/>
              </a:lnSpc>
              <a:buNone/>
            </a:pPr>
            <a:r>
              <a:rPr lang="en-US" sz="1300" dirty="0">
                <a:solidFill>
                  <a:srgbClr val="51B2A2"/>
                </a:solidFill>
                <a:latin typeface="Consolas" pitchFamily="34" charset="0"/>
                <a:ea typeface="Consolas" pitchFamily="34" charset="-122"/>
                <a:cs typeface="Consolas" pitchFamily="34" charset="-120"/>
              </a:rPr>
              <a:t>.home-hero{
</a:t>
            </a:r>
            <a:endParaRPr lang="en-US" sz="1300" dirty="0"/>
          </a:p>
          <a:p>
            <a:pPr marL="0" indent="0">
              <a:lnSpc>
                <a:spcPct val="120000"/>
              </a:lnSpc>
              <a:buNone/>
            </a:pPr>
            <a:r>
              <a:rPr lang="en-US" sz="1300" dirty="0">
                <a:solidFill>
                  <a:srgbClr val="D7E0EE"/>
                </a:solidFill>
                <a:latin typeface="Consolas" pitchFamily="34" charset="0"/>
                <a:ea typeface="Consolas" pitchFamily="34" charset="-122"/>
                <a:cs typeface="Consolas" pitchFamily="34" charset="-120"/>
              </a:rPr>
              <a:t>  background:var(--blue);
</a:t>
            </a:r>
            <a:endParaRPr lang="en-US" sz="1300" dirty="0"/>
          </a:p>
          <a:p>
            <a:pPr marL="0" indent="0">
              <a:lnSpc>
                <a:spcPct val="120000"/>
              </a:lnSpc>
              <a:buNone/>
            </a:pPr>
            <a:r>
              <a:rPr lang="en-US" sz="1300" dirty="0">
                <a:solidFill>
                  <a:srgbClr val="51B2A2"/>
                </a:solidFill>
                <a:latin typeface="Consolas" pitchFamily="34" charset="0"/>
                <a:ea typeface="Consolas" pitchFamily="34" charset="-122"/>
                <a:cs typeface="Consolas" pitchFamily="34" charset="-120"/>
              </a:rPr>
              <a:t>}</a:t>
            </a:r>
            <a:endParaRPr lang="en-US" sz="1300" dirty="0"/>
          </a:p>
        </p:txBody>
      </p:sp>
      <p:sp>
        <p:nvSpPr>
          <p:cNvPr id="18" name="Text 16"/>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9" name="Text 17"/>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407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FECD3E"/>
                </a:solidFill>
                <a:latin typeface="Poppins" pitchFamily="34" charset="0"/>
                <a:ea typeface="Poppins" pitchFamily="34" charset="-122"/>
                <a:cs typeface="Poppins" pitchFamily="34" charset="-120"/>
              </a:rPr>
              <a:t>REMEMBER THESE</a:t>
            </a:r>
            <a:endParaRPr lang="en-US" sz="1200" dirty="0"/>
          </a:p>
        </p:txBody>
      </p:sp>
      <p:sp>
        <p:nvSpPr>
          <p:cNvPr id="3" name="Text 1"/>
          <p:cNvSpPr txBox="1"/>
          <p:nvPr/>
        </p:nvSpPr>
        <p:spPr>
          <a:xfrm>
            <a:off x="640080" y="822960"/>
            <a:ext cx="10058400" cy="914400"/>
          </a:xfrm>
          <a:prstGeom prst="rect">
            <a:avLst/>
          </a:prstGeom>
          <a:noFill/>
          <a:ln/>
        </p:spPr>
        <p:txBody>
          <a:bodyPr wrap="square" lIns="0" tIns="0" rIns="0" bIns="0" rtlCol="0" anchor="ctr"/>
          <a:lstStyle/>
          <a:p>
            <a:pPr marL="0" indent="0">
              <a:lnSpc>
                <a:spcPct val="100000"/>
              </a:lnSpc>
              <a:buNone/>
            </a:pPr>
            <a:r>
              <a:rPr lang="en-US" sz="3000" b="1" dirty="0">
                <a:solidFill>
                  <a:srgbClr val="FFFFFF"/>
                </a:solidFill>
                <a:latin typeface="Poppins" pitchFamily="34" charset="0"/>
                <a:ea typeface="Poppins" pitchFamily="34" charset="-122"/>
                <a:cs typeface="Poppins" pitchFamily="34" charset="-120"/>
              </a:rPr>
              <a:t>The 5 golden rules</a:t>
            </a:r>
            <a:endParaRPr lang="en-US" sz="3000" dirty="0"/>
          </a:p>
        </p:txBody>
      </p:sp>
      <p:sp>
        <p:nvSpPr>
          <p:cNvPr id="4" name="Shape 2"/>
          <p:cNvSpPr/>
          <p:nvPr/>
        </p:nvSpPr>
        <p:spPr>
          <a:xfrm>
            <a:off x="914400" y="2011680"/>
            <a:ext cx="502920" cy="502920"/>
          </a:xfrm>
          <a:prstGeom prst="ellipse">
            <a:avLst/>
          </a:prstGeom>
          <a:solidFill>
            <a:srgbClr val="E990B9"/>
          </a:solidFill>
          <a:ln/>
        </p:spPr>
      </p:sp>
      <p:sp>
        <p:nvSpPr>
          <p:cNvPr id="5" name="Text 3"/>
          <p:cNvSpPr txBox="1"/>
          <p:nvPr/>
        </p:nvSpPr>
        <p:spPr>
          <a:xfrm>
            <a:off x="914400" y="2011680"/>
            <a:ext cx="502920" cy="502920"/>
          </a:xfrm>
          <a:prstGeom prst="rect">
            <a:avLst/>
          </a:prstGeom>
          <a:noFill/>
          <a:ln/>
        </p:spPr>
        <p:txBody>
          <a:bodyPr wrap="square" lIns="0" tIns="0" rIns="0" bIns="0" rtlCol="0" anchor="ctr"/>
          <a:lstStyle/>
          <a:p>
            <a:pPr marL="0" indent="0" algn="ctr">
              <a:buNone/>
            </a:pPr>
            <a:r>
              <a:rPr lang="en-US" sz="1600" b="1" dirty="0">
                <a:solidFill>
                  <a:srgbClr val="1E407A"/>
                </a:solidFill>
                <a:latin typeface="Poppins" pitchFamily="34" charset="0"/>
                <a:ea typeface="Poppins" pitchFamily="34" charset="-122"/>
                <a:cs typeface="Poppins" pitchFamily="34" charset="-120"/>
              </a:rPr>
              <a:t>1</a:t>
            </a:r>
            <a:endParaRPr lang="en-US" sz="1600" dirty="0"/>
          </a:p>
        </p:txBody>
      </p:sp>
      <p:sp>
        <p:nvSpPr>
          <p:cNvPr id="6" name="Text 4"/>
          <p:cNvSpPr txBox="1"/>
          <p:nvPr/>
        </p:nvSpPr>
        <p:spPr>
          <a:xfrm>
            <a:off x="1645920" y="1965960"/>
            <a:ext cx="9601200" cy="594360"/>
          </a:xfrm>
          <a:prstGeom prst="rect">
            <a:avLst/>
          </a:prstGeom>
          <a:noFill/>
          <a:ln/>
        </p:spPr>
        <p:txBody>
          <a:bodyPr wrap="square" lIns="0" tIns="0" rIns="0" bIns="0" rtlCol="0" anchor="ctr"/>
          <a:lstStyle/>
          <a:p>
            <a:pPr marL="0" indent="0">
              <a:buNone/>
            </a:pPr>
            <a:r>
              <a:rPr lang="en-US" sz="1700" dirty="0">
                <a:solidFill>
                  <a:srgbClr val="FFFFFF"/>
                </a:solidFill>
                <a:latin typeface="Poppins" pitchFamily="34" charset="0"/>
                <a:ea typeface="Poppins" pitchFamily="34" charset="-122"/>
                <a:cs typeface="Poppins" pitchFamily="34" charset="-120"/>
              </a:rPr>
              <a:t>Always pull before you start working</a:t>
            </a:r>
            <a:endParaRPr lang="en-US" sz="1700" dirty="0"/>
          </a:p>
        </p:txBody>
      </p:sp>
      <p:sp>
        <p:nvSpPr>
          <p:cNvPr id="7" name="Shape 5"/>
          <p:cNvSpPr/>
          <p:nvPr/>
        </p:nvSpPr>
        <p:spPr>
          <a:xfrm>
            <a:off x="914400" y="2852928"/>
            <a:ext cx="502920" cy="502920"/>
          </a:xfrm>
          <a:prstGeom prst="ellipse">
            <a:avLst/>
          </a:prstGeom>
          <a:solidFill>
            <a:srgbClr val="FECD3E"/>
          </a:solidFill>
          <a:ln/>
        </p:spPr>
      </p:sp>
      <p:sp>
        <p:nvSpPr>
          <p:cNvPr id="8" name="Text 6"/>
          <p:cNvSpPr txBox="1"/>
          <p:nvPr/>
        </p:nvSpPr>
        <p:spPr>
          <a:xfrm>
            <a:off x="914400" y="2852928"/>
            <a:ext cx="502920" cy="502920"/>
          </a:xfrm>
          <a:prstGeom prst="rect">
            <a:avLst/>
          </a:prstGeom>
          <a:noFill/>
          <a:ln/>
        </p:spPr>
        <p:txBody>
          <a:bodyPr wrap="square" lIns="0" tIns="0" rIns="0" bIns="0" rtlCol="0" anchor="ctr"/>
          <a:lstStyle/>
          <a:p>
            <a:pPr marL="0" indent="0" algn="ctr">
              <a:buNone/>
            </a:pPr>
            <a:r>
              <a:rPr lang="en-US" sz="1600" b="1" dirty="0">
                <a:solidFill>
                  <a:srgbClr val="1E407A"/>
                </a:solidFill>
                <a:latin typeface="Poppins" pitchFamily="34" charset="0"/>
                <a:ea typeface="Poppins" pitchFamily="34" charset="-122"/>
                <a:cs typeface="Poppins" pitchFamily="34" charset="-120"/>
              </a:rPr>
              <a:t>2</a:t>
            </a:r>
            <a:endParaRPr lang="en-US" sz="1600" dirty="0"/>
          </a:p>
        </p:txBody>
      </p:sp>
      <p:sp>
        <p:nvSpPr>
          <p:cNvPr id="9" name="Text 7"/>
          <p:cNvSpPr txBox="1"/>
          <p:nvPr/>
        </p:nvSpPr>
        <p:spPr>
          <a:xfrm>
            <a:off x="1645920" y="2807208"/>
            <a:ext cx="9601200" cy="594360"/>
          </a:xfrm>
          <a:prstGeom prst="rect">
            <a:avLst/>
          </a:prstGeom>
          <a:noFill/>
          <a:ln/>
        </p:spPr>
        <p:txBody>
          <a:bodyPr wrap="square" lIns="0" tIns="0" rIns="0" bIns="0" rtlCol="0" anchor="ctr"/>
          <a:lstStyle/>
          <a:p>
            <a:pPr marL="0" indent="0">
              <a:buNone/>
            </a:pPr>
            <a:r>
              <a:rPr lang="en-US" sz="1700" dirty="0">
                <a:solidFill>
                  <a:srgbClr val="FFFFFF"/>
                </a:solidFill>
                <a:latin typeface="Poppins" pitchFamily="34" charset="0"/>
                <a:ea typeface="Poppins" pitchFamily="34" charset="-122"/>
                <a:cs typeface="Poppins" pitchFamily="34" charset="-120"/>
              </a:rPr>
              <a:t>Never work directly on main, always your own branch</a:t>
            </a:r>
            <a:endParaRPr lang="en-US" sz="1700" dirty="0"/>
          </a:p>
        </p:txBody>
      </p:sp>
      <p:sp>
        <p:nvSpPr>
          <p:cNvPr id="10" name="Shape 8"/>
          <p:cNvSpPr/>
          <p:nvPr/>
        </p:nvSpPr>
        <p:spPr>
          <a:xfrm>
            <a:off x="914400" y="3694176"/>
            <a:ext cx="502920" cy="502920"/>
          </a:xfrm>
          <a:prstGeom prst="ellipse">
            <a:avLst/>
          </a:prstGeom>
          <a:solidFill>
            <a:srgbClr val="51B2A2"/>
          </a:solidFill>
          <a:ln/>
        </p:spPr>
      </p:sp>
      <p:sp>
        <p:nvSpPr>
          <p:cNvPr id="11" name="Text 9"/>
          <p:cNvSpPr txBox="1"/>
          <p:nvPr/>
        </p:nvSpPr>
        <p:spPr>
          <a:xfrm>
            <a:off x="914400" y="3694176"/>
            <a:ext cx="502920" cy="502920"/>
          </a:xfrm>
          <a:prstGeom prst="rect">
            <a:avLst/>
          </a:prstGeom>
          <a:noFill/>
          <a:ln/>
        </p:spPr>
        <p:txBody>
          <a:bodyPr wrap="square" lIns="0" tIns="0" rIns="0" bIns="0" rtlCol="0" anchor="ctr"/>
          <a:lstStyle/>
          <a:p>
            <a:pPr marL="0" indent="0" algn="ctr">
              <a:buNone/>
            </a:pPr>
            <a:r>
              <a:rPr lang="en-US" sz="1600" b="1" dirty="0">
                <a:solidFill>
                  <a:srgbClr val="1E407A"/>
                </a:solidFill>
                <a:latin typeface="Poppins" pitchFamily="34" charset="0"/>
                <a:ea typeface="Poppins" pitchFamily="34" charset="-122"/>
                <a:cs typeface="Poppins" pitchFamily="34" charset="-120"/>
              </a:rPr>
              <a:t>3</a:t>
            </a:r>
            <a:endParaRPr lang="en-US" sz="1600" dirty="0"/>
          </a:p>
        </p:txBody>
      </p:sp>
      <p:sp>
        <p:nvSpPr>
          <p:cNvPr id="12" name="Text 10"/>
          <p:cNvSpPr txBox="1"/>
          <p:nvPr/>
        </p:nvSpPr>
        <p:spPr>
          <a:xfrm>
            <a:off x="1645920" y="3648456"/>
            <a:ext cx="9601200" cy="594360"/>
          </a:xfrm>
          <a:prstGeom prst="rect">
            <a:avLst/>
          </a:prstGeom>
          <a:noFill/>
          <a:ln/>
        </p:spPr>
        <p:txBody>
          <a:bodyPr wrap="square" lIns="0" tIns="0" rIns="0" bIns="0" rtlCol="0" anchor="ctr"/>
          <a:lstStyle/>
          <a:p>
            <a:pPr marL="0" indent="0">
              <a:buNone/>
            </a:pPr>
            <a:r>
              <a:rPr lang="en-US" sz="1700" dirty="0">
                <a:solidFill>
                  <a:srgbClr val="FFFFFF"/>
                </a:solidFill>
                <a:latin typeface="Poppins" pitchFamily="34" charset="0"/>
                <a:ea typeface="Poppins" pitchFamily="34" charset="-122"/>
                <a:cs typeface="Poppins" pitchFamily="34" charset="-120"/>
              </a:rPr>
              <a:t>Commit small and often, with clear messages</a:t>
            </a:r>
            <a:endParaRPr lang="en-US" sz="1700" dirty="0"/>
          </a:p>
        </p:txBody>
      </p:sp>
      <p:sp>
        <p:nvSpPr>
          <p:cNvPr id="13" name="Shape 11"/>
          <p:cNvSpPr/>
          <p:nvPr/>
        </p:nvSpPr>
        <p:spPr>
          <a:xfrm>
            <a:off x="914400" y="4535424"/>
            <a:ext cx="502920" cy="502920"/>
          </a:xfrm>
          <a:prstGeom prst="ellipse">
            <a:avLst/>
          </a:prstGeom>
          <a:solidFill>
            <a:srgbClr val="F15B39"/>
          </a:solidFill>
          <a:ln/>
        </p:spPr>
      </p:sp>
      <p:sp>
        <p:nvSpPr>
          <p:cNvPr id="14" name="Text 12"/>
          <p:cNvSpPr txBox="1"/>
          <p:nvPr/>
        </p:nvSpPr>
        <p:spPr>
          <a:xfrm>
            <a:off x="914400" y="4535424"/>
            <a:ext cx="502920" cy="502920"/>
          </a:xfrm>
          <a:prstGeom prst="rect">
            <a:avLst/>
          </a:prstGeom>
          <a:noFill/>
          <a:ln/>
        </p:spPr>
        <p:txBody>
          <a:bodyPr wrap="square" lIns="0" tIns="0" rIns="0" bIns="0" rtlCol="0" anchor="ctr"/>
          <a:lstStyle/>
          <a:p>
            <a:pPr marL="0" indent="0" algn="ctr">
              <a:buNone/>
            </a:pPr>
            <a:r>
              <a:rPr lang="en-US" sz="1600" b="1" dirty="0">
                <a:solidFill>
                  <a:srgbClr val="1E407A"/>
                </a:solidFill>
                <a:latin typeface="Poppins" pitchFamily="34" charset="0"/>
                <a:ea typeface="Poppins" pitchFamily="34" charset="-122"/>
                <a:cs typeface="Poppins" pitchFamily="34" charset="-120"/>
              </a:rPr>
              <a:t>4</a:t>
            </a:r>
            <a:endParaRPr lang="en-US" sz="1600" dirty="0"/>
          </a:p>
        </p:txBody>
      </p:sp>
      <p:sp>
        <p:nvSpPr>
          <p:cNvPr id="15" name="Text 13"/>
          <p:cNvSpPr txBox="1"/>
          <p:nvPr/>
        </p:nvSpPr>
        <p:spPr>
          <a:xfrm>
            <a:off x="1645920" y="4489704"/>
            <a:ext cx="9601200" cy="594360"/>
          </a:xfrm>
          <a:prstGeom prst="rect">
            <a:avLst/>
          </a:prstGeom>
          <a:noFill/>
          <a:ln/>
        </p:spPr>
        <p:txBody>
          <a:bodyPr wrap="square" lIns="0" tIns="0" rIns="0" bIns="0" rtlCol="0" anchor="ctr"/>
          <a:lstStyle/>
          <a:p>
            <a:pPr marL="0" indent="0">
              <a:buNone/>
            </a:pPr>
            <a:r>
              <a:rPr lang="en-US" sz="1700" dirty="0">
                <a:solidFill>
                  <a:srgbClr val="FFFFFF"/>
                </a:solidFill>
                <a:latin typeface="Poppins" pitchFamily="34" charset="0"/>
                <a:ea typeface="Poppins" pitchFamily="34" charset="-122"/>
                <a:cs typeface="Poppins" pitchFamily="34" charset="-120"/>
              </a:rPr>
              <a:t>Open a Pull Request, don't merge your own into main</a:t>
            </a:r>
            <a:endParaRPr lang="en-US" sz="1700" dirty="0"/>
          </a:p>
        </p:txBody>
      </p:sp>
      <p:sp>
        <p:nvSpPr>
          <p:cNvPr id="16" name="Shape 14"/>
          <p:cNvSpPr/>
          <p:nvPr/>
        </p:nvSpPr>
        <p:spPr>
          <a:xfrm>
            <a:off x="914400" y="5376672"/>
            <a:ext cx="502920" cy="502920"/>
          </a:xfrm>
          <a:prstGeom prst="ellipse">
            <a:avLst/>
          </a:prstGeom>
          <a:solidFill>
            <a:srgbClr val="FFFFFF"/>
          </a:solidFill>
          <a:ln/>
        </p:spPr>
      </p:sp>
      <p:sp>
        <p:nvSpPr>
          <p:cNvPr id="17" name="Text 15"/>
          <p:cNvSpPr txBox="1"/>
          <p:nvPr/>
        </p:nvSpPr>
        <p:spPr>
          <a:xfrm>
            <a:off x="914400" y="5376672"/>
            <a:ext cx="502920" cy="502920"/>
          </a:xfrm>
          <a:prstGeom prst="rect">
            <a:avLst/>
          </a:prstGeom>
          <a:noFill/>
          <a:ln/>
        </p:spPr>
        <p:txBody>
          <a:bodyPr wrap="square" lIns="0" tIns="0" rIns="0" bIns="0" rtlCol="0" anchor="ctr"/>
          <a:lstStyle/>
          <a:p>
            <a:pPr marL="0" indent="0" algn="ctr">
              <a:buNone/>
            </a:pPr>
            <a:r>
              <a:rPr lang="en-US" sz="1600" b="1" dirty="0">
                <a:solidFill>
                  <a:srgbClr val="1E407A"/>
                </a:solidFill>
                <a:latin typeface="Poppins" pitchFamily="34" charset="0"/>
                <a:ea typeface="Poppins" pitchFamily="34" charset="-122"/>
                <a:cs typeface="Poppins" pitchFamily="34" charset="-120"/>
              </a:rPr>
              <a:t>5</a:t>
            </a:r>
            <a:endParaRPr lang="en-US" sz="1600" dirty="0"/>
          </a:p>
        </p:txBody>
      </p:sp>
      <p:sp>
        <p:nvSpPr>
          <p:cNvPr id="18" name="Text 16"/>
          <p:cNvSpPr txBox="1"/>
          <p:nvPr/>
        </p:nvSpPr>
        <p:spPr>
          <a:xfrm>
            <a:off x="1645920" y="5330952"/>
            <a:ext cx="9601200" cy="594360"/>
          </a:xfrm>
          <a:prstGeom prst="rect">
            <a:avLst/>
          </a:prstGeom>
          <a:noFill/>
          <a:ln/>
        </p:spPr>
        <p:txBody>
          <a:bodyPr wrap="square" lIns="0" tIns="0" rIns="0" bIns="0" rtlCol="0" anchor="ctr"/>
          <a:lstStyle/>
          <a:p>
            <a:pPr marL="0" indent="0">
              <a:buNone/>
            </a:pPr>
            <a:r>
              <a:rPr lang="en-US" sz="1700" dirty="0">
                <a:solidFill>
                  <a:srgbClr val="FFFFFF"/>
                </a:solidFill>
                <a:latin typeface="Poppins" pitchFamily="34" charset="0"/>
                <a:ea typeface="Poppins" pitchFamily="34" charset="-122"/>
                <a:cs typeface="Poppins" pitchFamily="34" charset="-120"/>
              </a:rPr>
              <a:t>Hit a conflict? Pull, fix, and tell the leader</a:t>
            </a:r>
            <a:endParaRPr lang="en-US" sz="1700" dirty="0"/>
          </a:p>
        </p:txBody>
      </p:sp>
      <p:sp>
        <p:nvSpPr>
          <p:cNvPr id="19" name="Text 17"/>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20" name="Text 18"/>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407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274320"/>
          </a:xfrm>
          <a:prstGeom prst="rect">
            <a:avLst/>
          </a:prstGeom>
          <a:noFill/>
          <a:ln/>
        </p:spPr>
        <p:txBody>
          <a:bodyPr wrap="square" lIns="0" tIns="0" rIns="0" bIns="0" rtlCol="0" anchor="ctr"/>
          <a:lstStyle/>
          <a:p>
            <a:pPr marL="0" indent="0">
              <a:buNone/>
            </a:pPr>
            <a:r>
              <a:rPr lang="en-US" sz="1200" b="1" kern="0" spc="300" dirty="0">
                <a:solidFill>
                  <a:srgbClr val="FECD3E"/>
                </a:solidFill>
                <a:latin typeface="Poppins" pitchFamily="34" charset="0"/>
                <a:ea typeface="Poppins" pitchFamily="34" charset="-122"/>
                <a:cs typeface="Poppins" pitchFamily="34" charset="-120"/>
              </a:rPr>
              <a:t>THE WHOLE FLOW</a:t>
            </a:r>
            <a:endParaRPr lang="en-US" sz="1200" dirty="0"/>
          </a:p>
        </p:txBody>
      </p:sp>
      <p:sp>
        <p:nvSpPr>
          <p:cNvPr id="3" name="Text 1"/>
          <p:cNvSpPr txBox="1"/>
          <p:nvPr/>
        </p:nvSpPr>
        <p:spPr>
          <a:xfrm>
            <a:off x="640080" y="777240"/>
            <a:ext cx="10515600" cy="914400"/>
          </a:xfrm>
          <a:prstGeom prst="rect">
            <a:avLst/>
          </a:prstGeom>
          <a:noFill/>
          <a:ln/>
        </p:spPr>
        <p:txBody>
          <a:bodyPr wrap="square" lIns="0" tIns="0" rIns="0" bIns="0" rtlCol="0" anchor="ctr"/>
          <a:lstStyle/>
          <a:p>
            <a:pPr marL="0" indent="0">
              <a:lnSpc>
                <a:spcPct val="100000"/>
              </a:lnSpc>
              <a:buNone/>
            </a:pPr>
            <a:r>
              <a:rPr lang="en-US" sz="3300" b="1" dirty="0">
                <a:solidFill>
                  <a:srgbClr val="FFFFFF"/>
                </a:solidFill>
                <a:latin typeface="Poppins" pitchFamily="34" charset="0"/>
                <a:ea typeface="Poppins" pitchFamily="34" charset="-122"/>
                <a:cs typeface="Poppins" pitchFamily="34" charset="-120"/>
              </a:rPr>
              <a:t>Our full way of working</a:t>
            </a:r>
            <a:endParaRPr lang="en-US" sz="3300" dirty="0"/>
          </a:p>
        </p:txBody>
      </p:sp>
      <p:sp>
        <p:nvSpPr>
          <p:cNvPr id="4" name="Text 2"/>
          <p:cNvSpPr txBox="1"/>
          <p:nvPr/>
        </p:nvSpPr>
        <p:spPr>
          <a:xfrm>
            <a:off x="640080" y="1691640"/>
            <a:ext cx="3657600" cy="274320"/>
          </a:xfrm>
          <a:prstGeom prst="rect">
            <a:avLst/>
          </a:prstGeom>
          <a:noFill/>
          <a:ln/>
        </p:spPr>
        <p:txBody>
          <a:bodyPr wrap="square" lIns="0" tIns="0" rIns="0" bIns="0" rtlCol="0" anchor="ctr"/>
          <a:lstStyle/>
          <a:p>
            <a:pPr marL="0" indent="0">
              <a:buNone/>
            </a:pPr>
            <a:r>
              <a:rPr lang="en-US" sz="1200" b="1" kern="0" spc="200" dirty="0">
                <a:solidFill>
                  <a:srgbClr val="FECD3E"/>
                </a:solidFill>
                <a:latin typeface="Poppins" pitchFamily="34" charset="0"/>
                <a:ea typeface="Poppins" pitchFamily="34" charset="-122"/>
                <a:cs typeface="Poppins" pitchFamily="34" charset="-120"/>
              </a:rPr>
              <a:t>ONCE, at the start</a:t>
            </a:r>
            <a:endParaRPr lang="en-US" sz="1200" dirty="0"/>
          </a:p>
        </p:txBody>
      </p:sp>
      <p:sp>
        <p:nvSpPr>
          <p:cNvPr id="5" name="Shape 3"/>
          <p:cNvSpPr/>
          <p:nvPr/>
        </p:nvSpPr>
        <p:spPr>
          <a:xfrm>
            <a:off x="640080" y="2011680"/>
            <a:ext cx="2286000" cy="685800"/>
          </a:xfrm>
          <a:prstGeom prst="roundRect">
            <a:avLst>
              <a:gd name="adj" fmla="val 13333"/>
            </a:avLst>
          </a:prstGeom>
          <a:solidFill>
            <a:srgbClr val="244B8A"/>
          </a:solidFill>
          <a:ln/>
        </p:spPr>
      </p:sp>
      <p:sp>
        <p:nvSpPr>
          <p:cNvPr id="6" name="Text 4"/>
          <p:cNvSpPr txBox="1"/>
          <p:nvPr/>
        </p:nvSpPr>
        <p:spPr>
          <a:xfrm>
            <a:off x="731520" y="2011680"/>
            <a:ext cx="2103120" cy="6858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git clone</a:t>
            </a:r>
            <a:endParaRPr lang="en-US" sz="1250" dirty="0"/>
          </a:p>
        </p:txBody>
      </p:sp>
      <p:sp>
        <p:nvSpPr>
          <p:cNvPr id="7" name="Shape 5"/>
          <p:cNvSpPr/>
          <p:nvPr/>
        </p:nvSpPr>
        <p:spPr>
          <a:xfrm>
            <a:off x="3017520" y="2350008"/>
            <a:ext cx="320040" cy="0"/>
          </a:xfrm>
          <a:prstGeom prst="line">
            <a:avLst/>
          </a:prstGeom>
          <a:noFill/>
          <a:ln w="25400">
            <a:solidFill>
              <a:srgbClr val="FFFFFF"/>
            </a:solidFill>
            <a:prstDash val="solid"/>
            <a:tailEnd type="triangle"/>
          </a:ln>
        </p:spPr>
      </p:sp>
      <p:sp>
        <p:nvSpPr>
          <p:cNvPr id="8" name="Shape 6"/>
          <p:cNvSpPr/>
          <p:nvPr/>
        </p:nvSpPr>
        <p:spPr>
          <a:xfrm>
            <a:off x="3429000" y="2011680"/>
            <a:ext cx="2651760" cy="685800"/>
          </a:xfrm>
          <a:prstGeom prst="roundRect">
            <a:avLst>
              <a:gd name="adj" fmla="val 13333"/>
            </a:avLst>
          </a:prstGeom>
          <a:solidFill>
            <a:srgbClr val="244B8A"/>
          </a:solidFill>
          <a:ln/>
        </p:spPr>
      </p:sp>
      <p:sp>
        <p:nvSpPr>
          <p:cNvPr id="9" name="Text 7"/>
          <p:cNvSpPr txBox="1"/>
          <p:nvPr/>
        </p:nvSpPr>
        <p:spPr>
          <a:xfrm>
            <a:off x="3520440" y="2011680"/>
            <a:ext cx="2468880" cy="6858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create your branch</a:t>
            </a:r>
            <a:endParaRPr lang="en-US" sz="1250" dirty="0"/>
          </a:p>
        </p:txBody>
      </p:sp>
      <p:sp>
        <p:nvSpPr>
          <p:cNvPr id="10" name="Text 8"/>
          <p:cNvSpPr txBox="1"/>
          <p:nvPr/>
        </p:nvSpPr>
        <p:spPr>
          <a:xfrm>
            <a:off x="640080" y="2926080"/>
            <a:ext cx="8229600" cy="274320"/>
          </a:xfrm>
          <a:prstGeom prst="rect">
            <a:avLst/>
          </a:prstGeom>
          <a:noFill/>
          <a:ln/>
        </p:spPr>
        <p:txBody>
          <a:bodyPr wrap="square" lIns="0" tIns="0" rIns="0" bIns="0" rtlCol="0" anchor="ctr"/>
          <a:lstStyle/>
          <a:p>
            <a:pPr marL="0" indent="0">
              <a:buNone/>
            </a:pPr>
            <a:r>
              <a:rPr lang="en-US" sz="1200" b="1" kern="0" spc="200" dirty="0">
                <a:solidFill>
                  <a:srgbClr val="FECD3E"/>
                </a:solidFill>
                <a:latin typeface="Poppins" pitchFamily="34" charset="0"/>
                <a:ea typeface="Poppins" pitchFamily="34" charset="-122"/>
                <a:cs typeface="Poppins" pitchFamily="34" charset="-120"/>
              </a:rPr>
              <a:t>EVERY WORK SESSION, repeat this loop</a:t>
            </a:r>
            <a:endParaRPr lang="en-US" sz="1200" dirty="0"/>
          </a:p>
        </p:txBody>
      </p:sp>
      <p:sp>
        <p:nvSpPr>
          <p:cNvPr id="11" name="Shape 9"/>
          <p:cNvSpPr/>
          <p:nvPr/>
        </p:nvSpPr>
        <p:spPr>
          <a:xfrm>
            <a:off x="640080" y="3291840"/>
            <a:ext cx="2468880" cy="914400"/>
          </a:xfrm>
          <a:prstGeom prst="roundRect">
            <a:avLst>
              <a:gd name="adj" fmla="val 10000"/>
            </a:avLst>
          </a:prstGeom>
          <a:solidFill>
            <a:srgbClr val="51B2A2"/>
          </a:solidFill>
          <a:ln/>
        </p:spPr>
      </p:sp>
      <p:sp>
        <p:nvSpPr>
          <p:cNvPr id="12" name="Text 10"/>
          <p:cNvSpPr txBox="1"/>
          <p:nvPr/>
        </p:nvSpPr>
        <p:spPr>
          <a:xfrm>
            <a:off x="749808" y="3364992"/>
            <a:ext cx="365760" cy="36576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1</a:t>
            </a:r>
            <a:endParaRPr lang="en-US" sz="1300" dirty="0"/>
          </a:p>
        </p:txBody>
      </p:sp>
      <p:sp>
        <p:nvSpPr>
          <p:cNvPr id="13" name="Text 11"/>
          <p:cNvSpPr txBox="1"/>
          <p:nvPr/>
        </p:nvSpPr>
        <p:spPr>
          <a:xfrm>
            <a:off x="731520" y="3291840"/>
            <a:ext cx="2286000" cy="9144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Pull the latest</a:t>
            </a:r>
            <a:endParaRPr lang="en-US" sz="1250" dirty="0"/>
          </a:p>
        </p:txBody>
      </p:sp>
      <p:sp>
        <p:nvSpPr>
          <p:cNvPr id="14" name="Shape 12"/>
          <p:cNvSpPr/>
          <p:nvPr/>
        </p:nvSpPr>
        <p:spPr>
          <a:xfrm>
            <a:off x="3108960" y="3749040"/>
            <a:ext cx="320040" cy="0"/>
          </a:xfrm>
          <a:prstGeom prst="line">
            <a:avLst/>
          </a:prstGeom>
          <a:noFill/>
          <a:ln w="25400">
            <a:solidFill>
              <a:srgbClr val="FFFFFF"/>
            </a:solidFill>
            <a:prstDash val="solid"/>
            <a:tailEnd type="triangle"/>
          </a:ln>
        </p:spPr>
      </p:sp>
      <p:sp>
        <p:nvSpPr>
          <p:cNvPr id="15" name="Shape 13"/>
          <p:cNvSpPr/>
          <p:nvPr/>
        </p:nvSpPr>
        <p:spPr>
          <a:xfrm>
            <a:off x="3429000" y="3291840"/>
            <a:ext cx="2468880" cy="914400"/>
          </a:xfrm>
          <a:prstGeom prst="roundRect">
            <a:avLst>
              <a:gd name="adj" fmla="val 10000"/>
            </a:avLst>
          </a:prstGeom>
          <a:solidFill>
            <a:srgbClr val="E990B9"/>
          </a:solidFill>
          <a:ln/>
        </p:spPr>
      </p:sp>
      <p:sp>
        <p:nvSpPr>
          <p:cNvPr id="16" name="Text 14"/>
          <p:cNvSpPr txBox="1"/>
          <p:nvPr/>
        </p:nvSpPr>
        <p:spPr>
          <a:xfrm>
            <a:off x="3538728" y="3364992"/>
            <a:ext cx="365760" cy="36576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2</a:t>
            </a:r>
            <a:endParaRPr lang="en-US" sz="1300" dirty="0"/>
          </a:p>
        </p:txBody>
      </p:sp>
      <p:sp>
        <p:nvSpPr>
          <p:cNvPr id="17" name="Text 15"/>
          <p:cNvSpPr txBox="1"/>
          <p:nvPr/>
        </p:nvSpPr>
        <p:spPr>
          <a:xfrm>
            <a:off x="3520440" y="3291840"/>
            <a:ext cx="2286000" cy="9144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Work in VS Code</a:t>
            </a:r>
            <a:endParaRPr lang="en-US" sz="1250" dirty="0"/>
          </a:p>
        </p:txBody>
      </p:sp>
      <p:sp>
        <p:nvSpPr>
          <p:cNvPr id="18" name="Shape 16"/>
          <p:cNvSpPr/>
          <p:nvPr/>
        </p:nvSpPr>
        <p:spPr>
          <a:xfrm>
            <a:off x="5897880" y="3749040"/>
            <a:ext cx="320040" cy="0"/>
          </a:xfrm>
          <a:prstGeom prst="line">
            <a:avLst/>
          </a:prstGeom>
          <a:noFill/>
          <a:ln w="25400">
            <a:solidFill>
              <a:srgbClr val="FFFFFF"/>
            </a:solidFill>
            <a:prstDash val="solid"/>
            <a:tailEnd type="triangle"/>
          </a:ln>
        </p:spPr>
      </p:sp>
      <p:sp>
        <p:nvSpPr>
          <p:cNvPr id="19" name="Shape 17"/>
          <p:cNvSpPr/>
          <p:nvPr/>
        </p:nvSpPr>
        <p:spPr>
          <a:xfrm>
            <a:off x="6217920" y="3291840"/>
            <a:ext cx="2468880" cy="914400"/>
          </a:xfrm>
          <a:prstGeom prst="roundRect">
            <a:avLst>
              <a:gd name="adj" fmla="val 10000"/>
            </a:avLst>
          </a:prstGeom>
          <a:solidFill>
            <a:srgbClr val="FECD3E"/>
          </a:solidFill>
          <a:ln/>
        </p:spPr>
      </p:sp>
      <p:sp>
        <p:nvSpPr>
          <p:cNvPr id="20" name="Text 18"/>
          <p:cNvSpPr txBox="1"/>
          <p:nvPr/>
        </p:nvSpPr>
        <p:spPr>
          <a:xfrm>
            <a:off x="6327648" y="3364992"/>
            <a:ext cx="365760" cy="365760"/>
          </a:xfrm>
          <a:prstGeom prst="rect">
            <a:avLst/>
          </a:prstGeom>
          <a:noFill/>
          <a:ln/>
        </p:spPr>
        <p:txBody>
          <a:bodyPr wrap="square" lIns="0" tIns="0" rIns="0" bIns="0" rtlCol="0" anchor="ctr"/>
          <a:lstStyle/>
          <a:p>
            <a:pPr marL="0" indent="0">
              <a:buNone/>
            </a:pPr>
            <a:r>
              <a:rPr lang="en-US" sz="1300" b="1" dirty="0">
                <a:solidFill>
                  <a:srgbClr val="1C1C1C"/>
                </a:solidFill>
                <a:latin typeface="Poppins" pitchFamily="34" charset="0"/>
                <a:ea typeface="Poppins" pitchFamily="34" charset="-122"/>
                <a:cs typeface="Poppins" pitchFamily="34" charset="-120"/>
              </a:rPr>
              <a:t>3</a:t>
            </a:r>
            <a:endParaRPr lang="en-US" sz="1300" dirty="0"/>
          </a:p>
        </p:txBody>
      </p:sp>
      <p:sp>
        <p:nvSpPr>
          <p:cNvPr id="21" name="Text 19"/>
          <p:cNvSpPr txBox="1"/>
          <p:nvPr/>
        </p:nvSpPr>
        <p:spPr>
          <a:xfrm>
            <a:off x="6309360" y="3291840"/>
            <a:ext cx="2286000" cy="914400"/>
          </a:xfrm>
          <a:prstGeom prst="rect">
            <a:avLst/>
          </a:prstGeom>
          <a:noFill/>
          <a:ln/>
        </p:spPr>
        <p:txBody>
          <a:bodyPr wrap="square" lIns="0" tIns="0" rIns="0" bIns="0" rtlCol="0" anchor="ctr"/>
          <a:lstStyle/>
          <a:p>
            <a:pPr marL="0" indent="0" algn="ctr">
              <a:lnSpc>
                <a:spcPct val="100000"/>
              </a:lnSpc>
              <a:buNone/>
            </a:pPr>
            <a:r>
              <a:rPr lang="en-US" sz="1250" b="1" dirty="0">
                <a:solidFill>
                  <a:srgbClr val="1C1C1C"/>
                </a:solidFill>
                <a:latin typeface="Poppins" pitchFamily="34" charset="0"/>
                <a:ea typeface="Poppins" pitchFamily="34" charset="-122"/>
                <a:cs typeface="Poppins" pitchFamily="34" charset="-120"/>
              </a:rPr>
              <a:t>Add + commit</a:t>
            </a:r>
            <a:endParaRPr lang="en-US" sz="1250" dirty="0"/>
          </a:p>
        </p:txBody>
      </p:sp>
      <p:sp>
        <p:nvSpPr>
          <p:cNvPr id="22" name="Shape 20"/>
          <p:cNvSpPr/>
          <p:nvPr/>
        </p:nvSpPr>
        <p:spPr>
          <a:xfrm>
            <a:off x="8686800" y="3749040"/>
            <a:ext cx="320040" cy="0"/>
          </a:xfrm>
          <a:prstGeom prst="line">
            <a:avLst/>
          </a:prstGeom>
          <a:noFill/>
          <a:ln w="25400">
            <a:solidFill>
              <a:srgbClr val="FFFFFF"/>
            </a:solidFill>
            <a:prstDash val="solid"/>
            <a:tailEnd type="triangle"/>
          </a:ln>
        </p:spPr>
      </p:sp>
      <p:sp>
        <p:nvSpPr>
          <p:cNvPr id="23" name="Shape 21"/>
          <p:cNvSpPr/>
          <p:nvPr/>
        </p:nvSpPr>
        <p:spPr>
          <a:xfrm>
            <a:off x="9006840" y="3291840"/>
            <a:ext cx="2468880" cy="914400"/>
          </a:xfrm>
          <a:prstGeom prst="roundRect">
            <a:avLst>
              <a:gd name="adj" fmla="val 10000"/>
            </a:avLst>
          </a:prstGeom>
          <a:solidFill>
            <a:srgbClr val="F15B39"/>
          </a:solidFill>
          <a:ln/>
        </p:spPr>
      </p:sp>
      <p:sp>
        <p:nvSpPr>
          <p:cNvPr id="24" name="Text 22"/>
          <p:cNvSpPr txBox="1"/>
          <p:nvPr/>
        </p:nvSpPr>
        <p:spPr>
          <a:xfrm>
            <a:off x="9116568" y="3364992"/>
            <a:ext cx="365760" cy="36576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4</a:t>
            </a:r>
            <a:endParaRPr lang="en-US" sz="1300" dirty="0"/>
          </a:p>
        </p:txBody>
      </p:sp>
      <p:sp>
        <p:nvSpPr>
          <p:cNvPr id="25" name="Text 23"/>
          <p:cNvSpPr txBox="1"/>
          <p:nvPr/>
        </p:nvSpPr>
        <p:spPr>
          <a:xfrm>
            <a:off x="9098280" y="3291840"/>
            <a:ext cx="2286000" cy="9144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Push your branch</a:t>
            </a:r>
            <a:endParaRPr lang="en-US" sz="1250" dirty="0"/>
          </a:p>
        </p:txBody>
      </p:sp>
      <p:sp>
        <p:nvSpPr>
          <p:cNvPr id="26" name="Shape 24"/>
          <p:cNvSpPr/>
          <p:nvPr/>
        </p:nvSpPr>
        <p:spPr>
          <a:xfrm>
            <a:off x="9235440" y="4206240"/>
            <a:ext cx="0" cy="502920"/>
          </a:xfrm>
          <a:prstGeom prst="line">
            <a:avLst/>
          </a:prstGeom>
          <a:noFill/>
          <a:ln w="25400">
            <a:solidFill>
              <a:srgbClr val="FFFFFF"/>
            </a:solidFill>
            <a:prstDash val="solid"/>
            <a:tailEnd type="triangle"/>
          </a:ln>
        </p:spPr>
      </p:sp>
      <p:sp>
        <p:nvSpPr>
          <p:cNvPr id="27" name="Shape 25"/>
          <p:cNvSpPr/>
          <p:nvPr/>
        </p:nvSpPr>
        <p:spPr>
          <a:xfrm>
            <a:off x="6995160" y="4800600"/>
            <a:ext cx="2834640" cy="914400"/>
          </a:xfrm>
          <a:prstGeom prst="roundRect">
            <a:avLst>
              <a:gd name="adj" fmla="val 10000"/>
            </a:avLst>
          </a:prstGeom>
          <a:solidFill>
            <a:srgbClr val="E990B9"/>
          </a:solidFill>
          <a:ln/>
        </p:spPr>
      </p:sp>
      <p:sp>
        <p:nvSpPr>
          <p:cNvPr id="28" name="Text 26"/>
          <p:cNvSpPr txBox="1"/>
          <p:nvPr/>
        </p:nvSpPr>
        <p:spPr>
          <a:xfrm>
            <a:off x="7104888" y="4873752"/>
            <a:ext cx="365760" cy="36576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5</a:t>
            </a:r>
            <a:endParaRPr lang="en-US" sz="1300" dirty="0"/>
          </a:p>
        </p:txBody>
      </p:sp>
      <p:sp>
        <p:nvSpPr>
          <p:cNvPr id="29" name="Text 27"/>
          <p:cNvSpPr txBox="1"/>
          <p:nvPr/>
        </p:nvSpPr>
        <p:spPr>
          <a:xfrm>
            <a:off x="7086600" y="4800600"/>
            <a:ext cx="2651760" cy="9144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Open Pull Request</a:t>
            </a:r>
            <a:endParaRPr lang="en-US" sz="1250" dirty="0"/>
          </a:p>
        </p:txBody>
      </p:sp>
      <p:sp>
        <p:nvSpPr>
          <p:cNvPr id="30" name="Shape 28"/>
          <p:cNvSpPr/>
          <p:nvPr/>
        </p:nvSpPr>
        <p:spPr>
          <a:xfrm>
            <a:off x="6675120" y="5257800"/>
            <a:ext cx="320040" cy="0"/>
          </a:xfrm>
          <a:prstGeom prst="line">
            <a:avLst/>
          </a:prstGeom>
          <a:noFill/>
          <a:ln w="25400">
            <a:solidFill>
              <a:srgbClr val="FFFFFF"/>
            </a:solidFill>
            <a:prstDash val="solid"/>
            <a:headEnd type="triangle"/>
          </a:ln>
        </p:spPr>
      </p:sp>
      <p:sp>
        <p:nvSpPr>
          <p:cNvPr id="31" name="Shape 29"/>
          <p:cNvSpPr/>
          <p:nvPr/>
        </p:nvSpPr>
        <p:spPr>
          <a:xfrm>
            <a:off x="3886200" y="4800600"/>
            <a:ext cx="2834640" cy="914400"/>
          </a:xfrm>
          <a:prstGeom prst="roundRect">
            <a:avLst>
              <a:gd name="adj" fmla="val 10000"/>
            </a:avLst>
          </a:prstGeom>
          <a:solidFill>
            <a:srgbClr val="51B2A2"/>
          </a:solidFill>
          <a:ln/>
        </p:spPr>
      </p:sp>
      <p:sp>
        <p:nvSpPr>
          <p:cNvPr id="32" name="Text 30"/>
          <p:cNvSpPr txBox="1"/>
          <p:nvPr/>
        </p:nvSpPr>
        <p:spPr>
          <a:xfrm>
            <a:off x="3995928" y="4873752"/>
            <a:ext cx="365760" cy="36576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6</a:t>
            </a:r>
            <a:endParaRPr lang="en-US" sz="1300" dirty="0"/>
          </a:p>
        </p:txBody>
      </p:sp>
      <p:sp>
        <p:nvSpPr>
          <p:cNvPr id="33" name="Text 31"/>
          <p:cNvSpPr txBox="1"/>
          <p:nvPr/>
        </p:nvSpPr>
        <p:spPr>
          <a:xfrm>
            <a:off x="3977640" y="4800600"/>
            <a:ext cx="2651760" cy="9144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Leader reviews &amp; merges</a:t>
            </a:r>
            <a:endParaRPr lang="en-US" sz="1250" dirty="0"/>
          </a:p>
        </p:txBody>
      </p:sp>
      <p:sp>
        <p:nvSpPr>
          <p:cNvPr id="34" name="Shape 32"/>
          <p:cNvSpPr/>
          <p:nvPr/>
        </p:nvSpPr>
        <p:spPr>
          <a:xfrm>
            <a:off x="3566160" y="5257800"/>
            <a:ext cx="320040" cy="0"/>
          </a:xfrm>
          <a:prstGeom prst="line">
            <a:avLst/>
          </a:prstGeom>
          <a:noFill/>
          <a:ln w="25400">
            <a:solidFill>
              <a:srgbClr val="FFFFFF"/>
            </a:solidFill>
            <a:prstDash val="solid"/>
            <a:headEnd type="triangle"/>
          </a:ln>
        </p:spPr>
      </p:sp>
      <p:sp>
        <p:nvSpPr>
          <p:cNvPr id="35" name="Shape 33"/>
          <p:cNvSpPr/>
          <p:nvPr/>
        </p:nvSpPr>
        <p:spPr>
          <a:xfrm>
            <a:off x="777240" y="4800600"/>
            <a:ext cx="2834640" cy="914400"/>
          </a:xfrm>
          <a:prstGeom prst="roundRect">
            <a:avLst>
              <a:gd name="adj" fmla="val 10000"/>
            </a:avLst>
          </a:prstGeom>
          <a:solidFill>
            <a:srgbClr val="244B8A"/>
          </a:solidFill>
          <a:ln/>
        </p:spPr>
      </p:sp>
      <p:sp>
        <p:nvSpPr>
          <p:cNvPr id="36" name="Text 34"/>
          <p:cNvSpPr txBox="1"/>
          <p:nvPr/>
        </p:nvSpPr>
        <p:spPr>
          <a:xfrm>
            <a:off x="886968" y="4873752"/>
            <a:ext cx="365760" cy="365760"/>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7</a:t>
            </a:r>
            <a:endParaRPr lang="en-US" sz="1300" dirty="0"/>
          </a:p>
        </p:txBody>
      </p:sp>
      <p:sp>
        <p:nvSpPr>
          <p:cNvPr id="37" name="Text 35"/>
          <p:cNvSpPr txBox="1"/>
          <p:nvPr/>
        </p:nvSpPr>
        <p:spPr>
          <a:xfrm>
            <a:off x="868680" y="4800600"/>
            <a:ext cx="2651760" cy="9144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Poppins" pitchFamily="34" charset="0"/>
                <a:ea typeface="Poppins" pitchFamily="34" charset="-122"/>
                <a:cs typeface="Poppins" pitchFamily="34" charset="-120"/>
              </a:rPr>
              <a:t>Everyone pulls again</a:t>
            </a:r>
            <a:endParaRPr lang="en-US" sz="1250" dirty="0"/>
          </a:p>
        </p:txBody>
      </p:sp>
      <p:sp>
        <p:nvSpPr>
          <p:cNvPr id="38" name="Shape 36"/>
          <p:cNvSpPr/>
          <p:nvPr/>
        </p:nvSpPr>
        <p:spPr>
          <a:xfrm>
            <a:off x="777240" y="4800600"/>
            <a:ext cx="0" cy="0"/>
          </a:xfrm>
          <a:prstGeom prst="line">
            <a:avLst/>
          </a:prstGeom>
          <a:noFill/>
          <a:ln w="31750">
            <a:solidFill>
              <a:srgbClr val="FECD3E"/>
            </a:solidFill>
            <a:prstDash val="solid"/>
            <a:tailEnd type="triangle"/>
          </a:ln>
        </p:spPr>
      </p:sp>
      <p:sp>
        <p:nvSpPr>
          <p:cNvPr id="39" name="Text 37"/>
          <p:cNvSpPr txBox="1"/>
          <p:nvPr/>
        </p:nvSpPr>
        <p:spPr>
          <a:xfrm>
            <a:off x="868680" y="4370832"/>
            <a:ext cx="1188720" cy="274320"/>
          </a:xfrm>
          <a:prstGeom prst="rect">
            <a:avLst/>
          </a:prstGeom>
          <a:noFill/>
          <a:ln/>
        </p:spPr>
        <p:txBody>
          <a:bodyPr wrap="square" lIns="0" tIns="0" rIns="0" bIns="0" rtlCol="0" anchor="ctr"/>
          <a:lstStyle/>
          <a:p>
            <a:pPr marL="0" indent="0">
              <a:buNone/>
            </a:pPr>
            <a:r>
              <a:rPr lang="en-US" sz="1100" b="1" i="1" dirty="0">
                <a:solidFill>
                  <a:srgbClr val="FECD3E"/>
                </a:solidFill>
                <a:latin typeface="Poppins" pitchFamily="34" charset="0"/>
                <a:ea typeface="Poppins" pitchFamily="34" charset="-122"/>
                <a:cs typeface="Poppins" pitchFamily="34" charset="-120"/>
              </a:rPr>
              <a:t>repeat</a:t>
            </a:r>
            <a:endParaRPr lang="en-US" sz="1100" dirty="0"/>
          </a:p>
        </p:txBody>
      </p:sp>
      <p:sp>
        <p:nvSpPr>
          <p:cNvPr id="40" name="Text 38"/>
          <p:cNvSpPr txBox="1"/>
          <p:nvPr/>
        </p:nvSpPr>
        <p:spPr>
          <a:xfrm>
            <a:off x="640080" y="5989320"/>
            <a:ext cx="10972800" cy="365760"/>
          </a:xfrm>
          <a:prstGeom prst="rect">
            <a:avLst/>
          </a:prstGeom>
          <a:noFill/>
          <a:ln/>
        </p:spPr>
        <p:txBody>
          <a:bodyPr wrap="square" lIns="0" tIns="0" rIns="0" bIns="0" rtlCol="0" anchor="ctr"/>
          <a:lstStyle/>
          <a:p>
            <a:pPr marL="0" indent="0" algn="ctr">
              <a:buNone/>
            </a:pPr>
            <a:r>
              <a:rPr lang="en-US" sz="1400" i="1" dirty="0">
                <a:solidFill>
                  <a:srgbClr val="CDD8EA"/>
                </a:solidFill>
                <a:latin typeface="Poppins"/>
                <a:ea typeface="Poppins" pitchFamily="34" charset="-122"/>
                <a:cs typeface="Poppins"/>
              </a:rPr>
              <a:t>main always stays clean and working only the leader merges into it.</a:t>
            </a:r>
            <a:endParaRPr lang="en-US" sz="1400" dirty="0">
              <a:latin typeface="Poppins"/>
              <a:cs typeface="Poppins"/>
            </a:endParaRPr>
          </a:p>
        </p:txBody>
      </p:sp>
      <p:sp>
        <p:nvSpPr>
          <p:cNvPr id="41" name="Text 39"/>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42" name="Text 40"/>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1B2A2"/>
        </a:solidFill>
        <a:effectLst/>
      </p:bgPr>
    </p:bg>
    <p:spTree>
      <p:nvGrpSpPr>
        <p:cNvPr id="1" name=""/>
        <p:cNvGrpSpPr/>
        <p:nvPr/>
      </p:nvGrpSpPr>
      <p:grpSpPr>
        <a:xfrm>
          <a:off x="0" y="0"/>
          <a:ext cx="0" cy="0"/>
          <a:chOff x="0" y="0"/>
          <a:chExt cx="0" cy="0"/>
        </a:xfrm>
      </p:grpSpPr>
      <p:sp>
        <p:nvSpPr>
          <p:cNvPr id="2" name="Shape 0"/>
          <p:cNvSpPr/>
          <p:nvPr/>
        </p:nvSpPr>
        <p:spPr>
          <a:xfrm>
            <a:off x="10241280" y="-914400"/>
            <a:ext cx="2926080" cy="2926080"/>
          </a:xfrm>
          <a:prstGeom prst="ellipse">
            <a:avLst/>
          </a:prstGeom>
          <a:solidFill>
            <a:srgbClr val="FFFFFF">
              <a:alpha val="15000"/>
            </a:srgbClr>
          </a:solidFill>
          <a:ln/>
        </p:spPr>
      </p:sp>
      <p:sp>
        <p:nvSpPr>
          <p:cNvPr id="3" name="Text 1"/>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Poppins" pitchFamily="34" charset="0"/>
                <a:ea typeface="Poppins" pitchFamily="34" charset="-122"/>
                <a:cs typeface="Poppins" pitchFamily="34" charset="-120"/>
              </a:rPr>
              <a:t>DOCUMENT</a:t>
            </a:r>
            <a:endParaRPr lang="en-US" sz="1200" dirty="0"/>
          </a:p>
        </p:txBody>
      </p:sp>
      <p:sp>
        <p:nvSpPr>
          <p:cNvPr id="4" name="Text 2"/>
          <p:cNvSpPr txBox="1"/>
          <p:nvPr/>
        </p:nvSpPr>
        <p:spPr>
          <a:xfrm>
            <a:off x="640080" y="822960"/>
            <a:ext cx="10515600" cy="914400"/>
          </a:xfrm>
          <a:prstGeom prst="rect">
            <a:avLst/>
          </a:prstGeom>
          <a:noFill/>
          <a:ln/>
        </p:spPr>
        <p:txBody>
          <a:bodyPr wrap="square" lIns="0" tIns="0" rIns="0" bIns="0" rtlCol="0" anchor="ctr"/>
          <a:lstStyle/>
          <a:p>
            <a:pPr marL="0" indent="0">
              <a:lnSpc>
                <a:spcPct val="100000"/>
              </a:lnSpc>
              <a:buNone/>
            </a:pPr>
            <a:r>
              <a:rPr lang="en-US" sz="3000" b="1" dirty="0">
                <a:solidFill>
                  <a:srgbClr val="FFFFFF"/>
                </a:solidFill>
                <a:latin typeface="Poppins" pitchFamily="34" charset="0"/>
                <a:ea typeface="Poppins" pitchFamily="34" charset="-122"/>
                <a:cs typeface="Poppins" pitchFamily="34" charset="-120"/>
              </a:rPr>
              <a:t>Now: our coding conventions</a:t>
            </a:r>
            <a:endParaRPr lang="en-US" sz="3000" dirty="0"/>
          </a:p>
        </p:txBody>
      </p:sp>
      <p:sp>
        <p:nvSpPr>
          <p:cNvPr id="5" name="Text 3"/>
          <p:cNvSpPr txBox="1"/>
          <p:nvPr/>
        </p:nvSpPr>
        <p:spPr>
          <a:xfrm>
            <a:off x="640080" y="2103120"/>
            <a:ext cx="10058400" cy="548640"/>
          </a:xfrm>
          <a:prstGeom prst="rect">
            <a:avLst/>
          </a:prstGeom>
          <a:noFill/>
          <a:ln/>
        </p:spPr>
        <p:txBody>
          <a:bodyPr wrap="square" lIns="0" tIns="0" rIns="0" bIns="0" rtlCol="0" anchor="ctr"/>
          <a:lstStyle/>
          <a:p>
            <a:pPr marL="0" indent="0">
              <a:buNone/>
            </a:pPr>
            <a:r>
              <a:rPr lang="en-US" sz="1700" dirty="0">
                <a:solidFill>
                  <a:srgbClr val="EAF6F3"/>
                </a:solidFill>
                <a:latin typeface="Poppins" pitchFamily="34" charset="0"/>
                <a:ea typeface="Poppins" pitchFamily="34" charset="-122"/>
                <a:cs typeface="Poppins" pitchFamily="34" charset="-120"/>
              </a:rPr>
              <a:t>Let's open the coding conventions document and go through it together.</a:t>
            </a:r>
            <a:endParaRPr lang="en-US" sz="1700" dirty="0"/>
          </a:p>
        </p:txBody>
      </p:sp>
      <p:sp>
        <p:nvSpPr>
          <p:cNvPr id="6" name="Text 4"/>
          <p:cNvSpPr txBox="1"/>
          <p:nvPr/>
        </p:nvSpPr>
        <p:spPr>
          <a:xfrm>
            <a:off x="640080" y="2834640"/>
            <a:ext cx="10058400" cy="914400"/>
          </a:xfrm>
          <a:prstGeom prst="rect">
            <a:avLst/>
          </a:prstGeom>
          <a:noFill/>
          <a:ln/>
        </p:spPr>
        <p:txBody>
          <a:bodyPr wrap="square" lIns="0" tIns="0" rIns="0" bIns="0" rtlCol="0" anchor="ctr"/>
          <a:lstStyle/>
          <a:p>
            <a:pPr marL="0" indent="0">
              <a:lnSpc>
                <a:spcPct val="120000"/>
              </a:lnSpc>
              <a:buNone/>
            </a:pPr>
            <a:r>
              <a:rPr lang="en-US" sz="1500" dirty="0">
                <a:solidFill>
                  <a:srgbClr val="EAF6F3"/>
                </a:solidFill>
                <a:latin typeface="Poppins" pitchFamily="34" charset="0"/>
                <a:ea typeface="Poppins" pitchFamily="34" charset="-122"/>
                <a:cs typeface="Poppins" pitchFamily="34" charset="-120"/>
              </a:rPr>
              <a:t>It covers how we write and name things, so everyone's code looks like ONE website, not four. It also lists what NOT to do.</a:t>
            </a:r>
            <a:endParaRPr lang="en-US" sz="1500" dirty="0"/>
          </a:p>
        </p:txBody>
      </p:sp>
      <p:sp>
        <p:nvSpPr>
          <p:cNvPr id="7" name="Shape 5"/>
          <p:cNvSpPr/>
          <p:nvPr/>
        </p:nvSpPr>
        <p:spPr>
          <a:xfrm>
            <a:off x="640080" y="4206240"/>
            <a:ext cx="3108960" cy="640080"/>
          </a:xfrm>
          <a:prstGeom prst="roundRect">
            <a:avLst>
              <a:gd name="adj" fmla="val 50000"/>
            </a:avLst>
          </a:prstGeom>
          <a:solidFill>
            <a:srgbClr val="FFFFFF"/>
          </a:solidFill>
          <a:ln/>
        </p:spPr>
      </p:sp>
      <p:sp>
        <p:nvSpPr>
          <p:cNvPr id="8" name="Text 6"/>
          <p:cNvSpPr txBox="1"/>
          <p:nvPr/>
        </p:nvSpPr>
        <p:spPr>
          <a:xfrm>
            <a:off x="640080" y="4206240"/>
            <a:ext cx="3108960" cy="640080"/>
          </a:xfrm>
          <a:prstGeom prst="rect">
            <a:avLst/>
          </a:prstGeom>
          <a:noFill/>
          <a:ln/>
        </p:spPr>
        <p:txBody>
          <a:bodyPr wrap="square" lIns="0" tIns="0" rIns="0" bIns="0" rtlCol="0" anchor="ctr"/>
          <a:lstStyle/>
          <a:p>
            <a:pPr marL="0" indent="0" algn="ctr">
              <a:buNone/>
            </a:pPr>
            <a:r>
              <a:rPr lang="en-US" sz="1400" b="1" dirty="0">
                <a:solidFill>
                  <a:srgbClr val="51B2A2"/>
                </a:solidFill>
                <a:latin typeface="Poppins" pitchFamily="34" charset="0"/>
                <a:ea typeface="Poppins" pitchFamily="34" charset="-122"/>
                <a:cs typeface="Poppins" pitchFamily="34" charset="-120"/>
              </a:rPr>
              <a:t>Open: Coding Conventions</a:t>
            </a:r>
            <a:endParaRPr lang="en-US" sz="1400" dirty="0"/>
          </a:p>
        </p:txBody>
      </p:sp>
      <p:sp>
        <p:nvSpPr>
          <p:cNvPr id="9" name="Text 7"/>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0" name="Text 8"/>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990B9"/>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7A2E52"/>
                </a:solidFill>
                <a:latin typeface="Poppins" pitchFamily="34" charset="0"/>
                <a:ea typeface="Poppins" pitchFamily="34" charset="-122"/>
                <a:cs typeface="Poppins" pitchFamily="34" charset="-120"/>
              </a:rPr>
              <a:t>DOCUMENT</a:t>
            </a:r>
            <a:endParaRPr lang="en-US" sz="1200" dirty="0"/>
          </a:p>
        </p:txBody>
      </p:sp>
      <p:sp>
        <p:nvSpPr>
          <p:cNvPr id="3" name="Text 1"/>
          <p:cNvSpPr txBox="1"/>
          <p:nvPr/>
        </p:nvSpPr>
        <p:spPr>
          <a:xfrm>
            <a:off x="640080" y="822960"/>
            <a:ext cx="10515600" cy="914400"/>
          </a:xfrm>
          <a:prstGeom prst="rect">
            <a:avLst/>
          </a:prstGeom>
          <a:noFill/>
          <a:ln/>
        </p:spPr>
        <p:txBody>
          <a:bodyPr wrap="square" lIns="0" tIns="0" rIns="0" bIns="0" rtlCol="0" anchor="ctr"/>
          <a:lstStyle/>
          <a:p>
            <a:pPr marL="0" indent="0">
              <a:lnSpc>
                <a:spcPct val="100000"/>
              </a:lnSpc>
              <a:buNone/>
            </a:pPr>
            <a:r>
              <a:rPr lang="en-US" sz="3000" b="1" dirty="0">
                <a:solidFill>
                  <a:srgbClr val="5A1F3D"/>
                </a:solidFill>
                <a:latin typeface="Poppins" pitchFamily="34" charset="0"/>
                <a:ea typeface="Poppins" pitchFamily="34" charset="-122"/>
                <a:cs typeface="Poppins" pitchFamily="34" charset="-120"/>
              </a:rPr>
              <a:t>And: our style guide</a:t>
            </a:r>
            <a:endParaRPr lang="en-US" sz="3000" dirty="0"/>
          </a:p>
        </p:txBody>
      </p:sp>
      <p:sp>
        <p:nvSpPr>
          <p:cNvPr id="4" name="Text 2"/>
          <p:cNvSpPr txBox="1"/>
          <p:nvPr/>
        </p:nvSpPr>
        <p:spPr>
          <a:xfrm>
            <a:off x="640080" y="2103120"/>
            <a:ext cx="10058400" cy="548640"/>
          </a:xfrm>
          <a:prstGeom prst="rect">
            <a:avLst/>
          </a:prstGeom>
          <a:noFill/>
          <a:ln/>
        </p:spPr>
        <p:txBody>
          <a:bodyPr wrap="square" lIns="0" tIns="0" rIns="0" bIns="0" rtlCol="0" anchor="ctr"/>
          <a:lstStyle/>
          <a:p>
            <a:pPr marL="0" indent="0">
              <a:buNone/>
            </a:pPr>
            <a:r>
              <a:rPr lang="en-US" sz="1700" dirty="0">
                <a:solidFill>
                  <a:srgbClr val="5A1F3D"/>
                </a:solidFill>
                <a:latin typeface="Poppins" pitchFamily="34" charset="0"/>
                <a:ea typeface="Poppins" pitchFamily="34" charset="-122"/>
                <a:cs typeface="Poppins" pitchFamily="34" charset="-120"/>
              </a:rPr>
              <a:t>Let's open the style guide: our colours, fonts, spacing and components.</a:t>
            </a:r>
            <a:endParaRPr lang="en-US" sz="1700" dirty="0"/>
          </a:p>
        </p:txBody>
      </p:sp>
      <p:sp>
        <p:nvSpPr>
          <p:cNvPr id="5" name="Text 3"/>
          <p:cNvSpPr txBox="1"/>
          <p:nvPr/>
        </p:nvSpPr>
        <p:spPr>
          <a:xfrm>
            <a:off x="640080" y="2834640"/>
            <a:ext cx="10058400" cy="822960"/>
          </a:xfrm>
          <a:prstGeom prst="rect">
            <a:avLst/>
          </a:prstGeom>
          <a:noFill/>
          <a:ln/>
        </p:spPr>
        <p:txBody>
          <a:bodyPr wrap="square" lIns="0" tIns="0" rIns="0" bIns="0" rtlCol="0" anchor="ctr"/>
          <a:lstStyle/>
          <a:p>
            <a:pPr marL="0" indent="0">
              <a:lnSpc>
                <a:spcPct val="120000"/>
              </a:lnSpc>
              <a:buNone/>
            </a:pPr>
            <a:r>
              <a:rPr lang="en-US" sz="1500" dirty="0">
                <a:solidFill>
                  <a:srgbClr val="5A1F3D"/>
                </a:solidFill>
                <a:latin typeface="Poppins" pitchFamily="34" charset="0"/>
                <a:ea typeface="Poppins" pitchFamily="34" charset="-122"/>
                <a:cs typeface="Poppins" pitchFamily="34" charset="-120"/>
              </a:rPr>
              <a:t>Everyone codes to the same visual system, so the whole site stays on-brand and consistent.</a:t>
            </a:r>
            <a:endParaRPr lang="en-US" sz="1500" dirty="0"/>
          </a:p>
        </p:txBody>
      </p:sp>
      <p:sp>
        <p:nvSpPr>
          <p:cNvPr id="6" name="Shape 4"/>
          <p:cNvSpPr/>
          <p:nvPr/>
        </p:nvSpPr>
        <p:spPr>
          <a:xfrm>
            <a:off x="658368" y="4114800"/>
            <a:ext cx="219456" cy="219456"/>
          </a:xfrm>
          <a:prstGeom prst="ellipse">
            <a:avLst/>
          </a:prstGeom>
          <a:solidFill>
            <a:srgbClr val="1E407A"/>
          </a:solidFill>
          <a:ln/>
        </p:spPr>
      </p:sp>
      <p:sp>
        <p:nvSpPr>
          <p:cNvPr id="7" name="Shape 5"/>
          <p:cNvSpPr/>
          <p:nvPr/>
        </p:nvSpPr>
        <p:spPr>
          <a:xfrm>
            <a:off x="987552" y="4114800"/>
            <a:ext cx="219456" cy="219456"/>
          </a:xfrm>
          <a:prstGeom prst="ellipse">
            <a:avLst/>
          </a:prstGeom>
          <a:solidFill>
            <a:schemeClr val="bg1"/>
          </a:solidFill>
          <a:ln>
            <a:solidFill>
              <a:schemeClr val="bg1"/>
            </a:solidFill>
          </a:ln>
        </p:spPr>
      </p:sp>
      <p:sp>
        <p:nvSpPr>
          <p:cNvPr id="8" name="Shape 6"/>
          <p:cNvSpPr/>
          <p:nvPr/>
        </p:nvSpPr>
        <p:spPr>
          <a:xfrm>
            <a:off x="1316736" y="4114800"/>
            <a:ext cx="219456" cy="219456"/>
          </a:xfrm>
          <a:prstGeom prst="ellipse">
            <a:avLst/>
          </a:prstGeom>
          <a:solidFill>
            <a:srgbClr val="FECD3E"/>
          </a:solidFill>
          <a:ln/>
        </p:spPr>
      </p:sp>
      <p:sp>
        <p:nvSpPr>
          <p:cNvPr id="9" name="Shape 7"/>
          <p:cNvSpPr/>
          <p:nvPr/>
        </p:nvSpPr>
        <p:spPr>
          <a:xfrm>
            <a:off x="1645920" y="4114800"/>
            <a:ext cx="219456" cy="219456"/>
          </a:xfrm>
          <a:prstGeom prst="ellipse">
            <a:avLst/>
          </a:prstGeom>
          <a:solidFill>
            <a:srgbClr val="51B2A2"/>
          </a:solidFill>
          <a:ln/>
        </p:spPr>
      </p:sp>
      <p:sp>
        <p:nvSpPr>
          <p:cNvPr id="10" name="Shape 8"/>
          <p:cNvSpPr/>
          <p:nvPr/>
        </p:nvSpPr>
        <p:spPr>
          <a:xfrm>
            <a:off x="1975104" y="4114800"/>
            <a:ext cx="219456" cy="219456"/>
          </a:xfrm>
          <a:prstGeom prst="ellipse">
            <a:avLst/>
          </a:prstGeom>
          <a:solidFill>
            <a:srgbClr val="F15B39"/>
          </a:solidFill>
          <a:ln/>
        </p:spPr>
      </p:sp>
      <p:sp>
        <p:nvSpPr>
          <p:cNvPr id="11" name="Shape 9"/>
          <p:cNvSpPr/>
          <p:nvPr/>
        </p:nvSpPr>
        <p:spPr>
          <a:xfrm>
            <a:off x="640080" y="4663440"/>
            <a:ext cx="2560320" cy="640080"/>
          </a:xfrm>
          <a:prstGeom prst="roundRect">
            <a:avLst>
              <a:gd name="adj" fmla="val 50000"/>
            </a:avLst>
          </a:prstGeom>
          <a:solidFill>
            <a:srgbClr val="5A1F3D"/>
          </a:solidFill>
          <a:ln/>
        </p:spPr>
      </p:sp>
      <p:sp>
        <p:nvSpPr>
          <p:cNvPr id="12" name="Text 10"/>
          <p:cNvSpPr txBox="1"/>
          <p:nvPr/>
        </p:nvSpPr>
        <p:spPr>
          <a:xfrm>
            <a:off x="640080" y="4663440"/>
            <a:ext cx="256032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Open: Style Guide</a:t>
            </a:r>
            <a:endParaRPr lang="en-US" sz="1400" dirty="0"/>
          </a:p>
        </p:txBody>
      </p:sp>
      <p:sp>
        <p:nvSpPr>
          <p:cNvPr id="13" name="Text 11"/>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14" name="Text 12"/>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407A"/>
        </a:solidFill>
        <a:effectLst/>
      </p:bgPr>
    </p:bg>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F15B39"/>
          </a:solidFill>
          <a:ln/>
        </p:spPr>
      </p:sp>
      <p:sp>
        <p:nvSpPr>
          <p:cNvPr id="3" name="Shape 1"/>
          <p:cNvSpPr/>
          <p:nvPr/>
        </p:nvSpPr>
        <p:spPr>
          <a:xfrm>
            <a:off x="10789920" y="4937760"/>
            <a:ext cx="2377440" cy="2377440"/>
          </a:xfrm>
          <a:prstGeom prst="ellipse">
            <a:avLst/>
          </a:prstGeom>
          <a:solidFill>
            <a:srgbClr val="FECD3E"/>
          </a:solidFill>
          <a:ln/>
        </p:spPr>
      </p:sp>
      <p:sp>
        <p:nvSpPr>
          <p:cNvPr id="4" name="Text 2"/>
          <p:cNvSpPr txBox="1"/>
          <p:nvPr/>
        </p:nvSpPr>
        <p:spPr>
          <a:xfrm>
            <a:off x="731520" y="1920240"/>
            <a:ext cx="10515600" cy="914400"/>
          </a:xfrm>
          <a:prstGeom prst="rect">
            <a:avLst/>
          </a:prstGeom>
          <a:noFill/>
          <a:ln/>
        </p:spPr>
        <p:txBody>
          <a:bodyPr wrap="square" lIns="0" tIns="0" rIns="0" bIns="0" rtlCol="0" anchor="ctr"/>
          <a:lstStyle/>
          <a:p>
            <a:pPr marL="0" indent="0">
              <a:lnSpc>
                <a:spcPct val="100000"/>
              </a:lnSpc>
              <a:buNone/>
            </a:pPr>
            <a:r>
              <a:rPr lang="en-US" sz="3600" b="1" dirty="0">
                <a:solidFill>
                  <a:srgbClr val="FFFFFF"/>
                </a:solidFill>
                <a:latin typeface="Poppins" pitchFamily="34" charset="0"/>
                <a:ea typeface="Poppins" pitchFamily="34" charset="-122"/>
                <a:cs typeface="Poppins" pitchFamily="34" charset="-120"/>
              </a:rPr>
              <a:t>Let's set up our repos now</a:t>
            </a:r>
            <a:endParaRPr lang="en-US" sz="3600" dirty="0"/>
          </a:p>
        </p:txBody>
      </p:sp>
      <p:sp>
        <p:nvSpPr>
          <p:cNvPr id="5" name="Text 3"/>
          <p:cNvSpPr txBox="1"/>
          <p:nvPr/>
        </p:nvSpPr>
        <p:spPr>
          <a:xfrm>
            <a:off x="731520" y="3291840"/>
            <a:ext cx="10515600" cy="548640"/>
          </a:xfrm>
          <a:prstGeom prst="rect">
            <a:avLst/>
          </a:prstGeom>
          <a:noFill/>
          <a:ln/>
        </p:spPr>
        <p:txBody>
          <a:bodyPr wrap="square" lIns="0" tIns="0" rIns="0" bIns="0" rtlCol="0" anchor="ctr"/>
          <a:lstStyle/>
          <a:p>
            <a:pPr marL="0" indent="0">
              <a:buNone/>
            </a:pPr>
            <a:r>
              <a:rPr lang="en-US" sz="1800" b="1" dirty="0">
                <a:solidFill>
                  <a:srgbClr val="CDD8EA"/>
                </a:solidFill>
                <a:latin typeface="Poppins" pitchFamily="34" charset="0"/>
                <a:ea typeface="Poppins" pitchFamily="34" charset="-122"/>
                <a:cs typeface="Poppins" pitchFamily="34" charset="-120"/>
              </a:rPr>
              <a:t>1. Clone the repo    2. Make your branch    3. Start coding your part</a:t>
            </a:r>
            <a:endParaRPr lang="en-US" sz="1800" dirty="0"/>
          </a:p>
        </p:txBody>
      </p:sp>
      <p:sp>
        <p:nvSpPr>
          <p:cNvPr id="6" name="Text 4"/>
          <p:cNvSpPr txBox="1"/>
          <p:nvPr/>
        </p:nvSpPr>
        <p:spPr>
          <a:xfrm>
            <a:off x="731520" y="4114800"/>
            <a:ext cx="10515600" cy="731520"/>
          </a:xfrm>
          <a:prstGeom prst="rect">
            <a:avLst/>
          </a:prstGeom>
          <a:noFill/>
          <a:ln/>
        </p:spPr>
        <p:txBody>
          <a:bodyPr wrap="square" lIns="0" tIns="0" rIns="0" bIns="0" rtlCol="0" anchor="ctr"/>
          <a:lstStyle/>
          <a:p>
            <a:pPr marL="0" indent="0">
              <a:lnSpc>
                <a:spcPct val="120000"/>
              </a:lnSpc>
              <a:buNone/>
            </a:pPr>
            <a:r>
              <a:rPr lang="en-US" sz="1600" dirty="0">
                <a:solidFill>
                  <a:srgbClr val="CDD8EA"/>
                </a:solidFill>
                <a:latin typeface="Poppins" pitchFamily="34" charset="0"/>
                <a:ea typeface="Poppins" pitchFamily="34" charset="-122"/>
                <a:cs typeface="Poppins" pitchFamily="34" charset="-120"/>
              </a:rPr>
              <a:t>Conventions + style guide are in the repo. From Friday, work on your part. Ask me if you're stuck.</a:t>
            </a:r>
            <a:endParaRPr lang="en-US" sz="1600" dirty="0"/>
          </a:p>
        </p:txBody>
      </p:sp>
      <p:sp>
        <p:nvSpPr>
          <p:cNvPr id="7" name="Text 5"/>
          <p:cNvSpPr txBox="1"/>
          <p:nvPr/>
        </p:nvSpPr>
        <p:spPr>
          <a:xfrm>
            <a:off x="731520" y="5212080"/>
            <a:ext cx="10058400" cy="640080"/>
          </a:xfrm>
          <a:prstGeom prst="rect">
            <a:avLst/>
          </a:prstGeom>
          <a:noFill/>
          <a:ln/>
        </p:spPr>
        <p:txBody>
          <a:bodyPr wrap="square" lIns="0" tIns="0" rIns="0" bIns="0" rtlCol="0" anchor="ctr"/>
          <a:lstStyle/>
          <a:p>
            <a:pPr marL="0" indent="0">
              <a:buNone/>
            </a:pPr>
            <a:r>
              <a:rPr lang="en-US" sz="2600" b="1" dirty="0">
                <a:solidFill>
                  <a:srgbClr val="FECD3E"/>
                </a:solidFill>
                <a:latin typeface="Poppins" pitchFamily="34" charset="0"/>
                <a:ea typeface="Poppins" pitchFamily="34" charset="-122"/>
                <a:cs typeface="Poppins" pitchFamily="34" charset="-120"/>
              </a:rPr>
              <a:t>Questions?</a:t>
            </a:r>
            <a:endParaRPr lang="en-US" sz="2600" dirty="0"/>
          </a:p>
        </p:txBody>
      </p:sp>
      <p:sp>
        <p:nvSpPr>
          <p:cNvPr id="8" name="Text 6"/>
          <p:cNvSpPr txBox="1"/>
          <p:nvPr/>
        </p:nvSpPr>
        <p:spPr>
          <a:xfrm>
            <a:off x="457200" y="6446520"/>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Poppins" pitchFamily="34" charset="0"/>
                <a:ea typeface="Poppins" pitchFamily="34" charset="-122"/>
                <a:cs typeface="Poppins" pitchFamily="34" charset="-120"/>
              </a:rPr>
              <a:t>Sunny Socks · GitHub &amp; coding workflow</a:t>
            </a:r>
            <a:endParaRPr lang="en-US" sz="900" dirty="0"/>
          </a:p>
        </p:txBody>
      </p:sp>
      <p:sp>
        <p:nvSpPr>
          <p:cNvPr id="9" name="Text 7"/>
          <p:cNvSpPr txBox="1"/>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Poppins" pitchFamily="34" charset="0"/>
                <a:ea typeface="Poppins" pitchFamily="34" charset="-122"/>
                <a:cs typeface="Poppins"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Hunain Mukhtar</dc:creator>
  <cp:lastModifiedBy>Hunain Mukhtar</cp:lastModifiedBy>
  <cp:revision>51</cp:revision>
  <dcterms:created xsi:type="dcterms:W3CDTF">2026-10-06T12:45:51Z</dcterms:created>
  <dcterms:modified xsi:type="dcterms:W3CDTF">2026-10-06T13:00:47Z</dcterms:modified>
</cp:coreProperties>
</file>